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primero un SyntaxError (sacar un dos puntos) y después un int("hola") para que vean la diferencia: en el primero no se imprime nada; en el segundo sí se ejecutan las líneas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Excepciones y GitHub: trabajar con un repositorio remoto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Programas que no se caen ante el primer error y código que vive en la nube, listo para trabajar en equipo.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5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qué es una excepción y leer un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traceback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el orden correcto.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lo que escribe el usuario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Conectar tu repositorio local con GitHub: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Armar un repo prolijo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Devolución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revisar del Parcial 2 antes de seguir.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056077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39770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397709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Excepciones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397709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son, por qué existen y cómo leer un traceback.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490514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24677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24677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/ except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24677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Atajar errores sin que el programa se caiga.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6754216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5848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095848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entrada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095848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un dato hasta que sea correcto.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8603285" y="2066544"/>
            <a:ext cx="1099261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5" name="Text 21"/>
          <p:cNvSpPr txBox="1"/>
          <p:nvPr/>
        </p:nvSpPr>
        <p:spPr>
          <a:xfrm>
            <a:off x="7944917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7944917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550" dirty="0"/>
          </a:p>
        </p:txBody>
      </p:sp>
      <p:sp>
        <p:nvSpPr>
          <p:cNvPr id="27" name="Text 23"/>
          <p:cNvSpPr txBox="1"/>
          <p:nvPr/>
        </p:nvSpPr>
        <p:spPr>
          <a:xfrm>
            <a:off x="7944917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vs remoto,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flujo diario.</a:t>
            </a:r>
            <a:endParaRPr lang="en-US" sz="1550" dirty="0"/>
          </a:p>
        </p:txBody>
      </p:sp>
      <p:sp>
        <p:nvSpPr>
          <p:cNvPr id="28" name="Text 24"/>
          <p:cNvSpPr txBox="1"/>
          <p:nvPr/>
        </p:nvSpPr>
        <p:spPr>
          <a:xfrm>
            <a:off x="979398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9793986" y="2496312"/>
            <a:ext cx="166618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</a:t>
            </a:r>
            <a:endParaRPr lang="en-US" sz="1550" dirty="0"/>
          </a:p>
        </p:txBody>
      </p:sp>
      <p:sp>
        <p:nvSpPr>
          <p:cNvPr id="30" name="Text 26"/>
          <p:cNvSpPr txBox="1"/>
          <p:nvPr/>
        </p:nvSpPr>
        <p:spPr>
          <a:xfrm>
            <a:off x="9793986" y="2880360"/>
            <a:ext cx="162046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 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README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ejercicios por niveles.</a:t>
            </a:r>
            <a:endParaRPr lang="en-US" sz="1550" dirty="0"/>
          </a:p>
        </p:txBody>
      </p:sp>
      <p:sp>
        <p:nvSpPr>
          <p:cNvPr id="31" name="Shape 27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33" name="Text 29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rendimos el </a:t>
            </a:r>
            <a:pPr algn="l" indent="0" marL="0">
              <a:buNone/>
            </a:pPr>
            <a:r>
              <a:rPr lang="en-US" sz="15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Parcial 2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(Unidades 3 y 4): funciones, módulos, cadenas, listas, tuplas, diccionarios y conjuntos. Hoy arrancamos la Unidad 5, donde todo eso se junta para construir programas que guardan datos y no se rompen.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DEVOLUCIÓN DEL PARCIAL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Cuatro puntos para revisar en tu examen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Borrar mientras recorrés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lista.remove(x)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dentro de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 x in lista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saltea elementos porque la lista se corre. Solución: recorrer una copia o armar una lista nueva con los que quedan.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↩️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101688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no es return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función hace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lugar de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quien la llama recibe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Una función que calcula </a:t>
            </a:r>
            <a:pPr algn="l" indent="0" marL="0">
              <a:buNone/>
            </a:pPr>
            <a:r>
              <a:rPr lang="en-US" sz="13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devuelve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resultado; mostrarlo es tarea de otra parte.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🔑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Claves que no existen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dic["clave"]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la clave no está. Preguntá antes con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usá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dic.get("clave", valor_por_defecto)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233008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7101688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Nombres y docstrings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Variables como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aux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funciones sin docstring hacen que el corrector (y vos en un mes) no entienda qué quisiste hacer.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uno recibe su examen corregido. Traé tus dudas puntuales a consulta: los errores del parcial son justo lo que hoy aprendemos a atajar.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Excepciones: cuando algo sale mal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escribe letras donde iba un número, falta un archivo, alguien divide por cero. Un buen programa lo espera.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una excepción y por qué existen?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excepción es un aviso que Python "lanza" cuando algo falla mientras el programa está corriendo.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dos clases de error. El </a:t>
            </a:r>
            <a:pPr algn="l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sintaxis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es código mal escrito: falta un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un paréntesis. Python lo detecta </a:t>
            </a:r>
            <a:pPr algn="l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ejecutar y no corre nada.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965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78224"/>
            <a:ext cx="5879592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</a:t>
            </a:r>
            <a:pPr algn="l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excepción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aparece con código bien escrito, pero en ejecución pasa algo inesperado: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int("hola")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dividir por cero, un archivo que no está.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817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63440"/>
            <a:ext cx="5879592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crea un objeto con el </a:t>
            </a:r>
            <a:pPr algn="l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problema (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2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...) y un mensaje. Si nadie lo atiende, el programa se corta y muestra un </a:t>
            </a:r>
            <a:pPr algn="l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traceback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498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31536"/>
            <a:ext cx="5879592" cy="6400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así? Porque separa el </a:t>
            </a:r>
            <a:pPr algn="l" indent="0" marL="0">
              <a:buNone/>
            </a:pPr>
            <a:r>
              <a:rPr lang="en-US" sz="12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camino feliz</a:t>
            </a:r>
            <a:pPr algn="l" indent="0" marL="0">
              <a:buNone/>
            </a:pPr>
            <a:r>
              <a:rPr lang="en-US" sz="12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(lo que pasa cuando todo sale bien) del manejo de errores, y te deja atender el problema donde tiene sentido.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667000"/>
          </a:xfrm>
          <a:prstGeom prst="roundRect">
            <a:avLst>
              <a:gd name="adj" fmla="val 4114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🏧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cajero automático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pedís más plata de la que tenés, el cajero no se apaga ni te da billetes de más: frena la operación y te muestra "saldo insuficiente". La excepción es ese aviso. Lo que hacemos después (reintentar, cancelar) lo decide el programa.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DIAGNÓSTICO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un traceback: de abajo hacia arriba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traceback no es el enemigo: es el informe que te dice qué pasó y en qué línea, siguiendo el camino de las llamadas.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Empezá por 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última línea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tiene el tipo de error y el mensaje. Ahí está el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línea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 ...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justo arriba es el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archivo, número de línea y función en la que explotó.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líneas de más arriba muestran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quién llamó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esa función, hasta llegar al programa principal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&lt;module&gt;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 Es 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 de llamadas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error suele estar en la línea marcada, pero a veces la culpa es de quien llamó: acá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está bien; el problema es que le pasaron una lista vacía.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⚽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 repetición de un gol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la repetición ves primero la pelota entrando (el error) y después rebobinás: quién pateó, quién dio el pase, dónde arrancó la jugada. El traceback es esa repetición: el final está abajo y la jugada completa, hacia arriba.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938528"/>
          </a:xfrm>
          <a:prstGeom prst="roundRect">
            <a:avLst>
              <a:gd name="adj" fmla="val 4717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traceback_demo.py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 /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informe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"Promedio:"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promedio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informe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([])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LECTURA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traceback de traceback_demo.py, línea por línea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7 / 25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08856"/>
                <a:gridCol w="4767848"/>
                <a:gridCol w="42177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Leé en este orden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que muestra Python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te dice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1️⃣ Última línea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ZeroDivisionError: division by zero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pasó: se intentó dividir por cero.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len([])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vale 0.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2️⃣ Penúltimo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 2, in promedio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 sum(notas) / len(notas)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Dónde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explotó: línea 2, dentro de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promedio()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3️⃣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anterior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 4, in informe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print("Promedio:", promedio(notas))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Quién llamó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promedio()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: la función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informe()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4️⃣ Primer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 5, in &lt;module&gt;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→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informe([])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Dónde 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arrancó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todo: el programa principal le pasó una lista vacía.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Encabezado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Traceback (most recent call last)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"La llamada más reciente, al final". Por eso se lee de abajo hacia arriba.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3.11 o más nuevo además subraya 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~~~^~~~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parte exacta de la línea que falló.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ESTRUCTURA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/ except / else / finally: quién se ejecuta cuándo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Poné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sólo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línea que puede fallar. Si falla, Python salta directo al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no ejecuta el resto del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(texto)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ejecuta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únicamente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ocurrió ese tipo de excepción. Con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 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podés ver el mensaje.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19424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e: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"Error:"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ejecuta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sólo si no hubo error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el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Ahí va el camino feliz que usa el dato.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07328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644488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*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9" name="Shape 25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finally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9440951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ejecuta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siempre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haya error o no. Sirve para cerrar cosas: archivos, conexiones.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9395231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532391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son opcionales. Lo mínimo es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Podés tener varios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seguidos: Python usa el primero que coincida.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TRY / EXCEPT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Atajar una excepción para que el programa siga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try le decís a Python: "intentá esto, y si se lanza este error, en lugar de cortar hacé esto otro".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ejecuta el bloque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línea por línea. Mientras todo va bien, el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ignora.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3555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17264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Apenas una línea lanza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resto del try se saltea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Python busca un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74268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724400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lo encuentra, ejecuta ese bloque y el programa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continúa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después de toda la estructura. No hay traceback.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498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31536"/>
            <a:ext cx="5879592" cy="5791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el error es de </a:t>
            </a:r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otro tipo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(por ejemplo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ese </a:t>
            </a:r>
            <a:pPr algn="l" indent="0" marL="0">
              <a:buNone/>
            </a:pPr>
            <a:r>
              <a:rPr lang="en-US" sz="16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lo atrapa y el programa se corta igual.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912620"/>
          </a:xfrm>
          <a:prstGeom prst="roundRect">
            <a:avLst>
              <a:gd name="adj" fmla="val 5737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🧤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arquero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089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partido (el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sigue mientras no pase nada. Cuando llega un tiro, el arquero (el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lo ataja y el juego continúa. Pero el arquero sólo ataja lo que le toca: si el problema viene por otro lado, no lo puede frenar.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7315200" y="3604260"/>
            <a:ext cx="4327855" cy="1534668"/>
          </a:xfrm>
          <a:prstGeom prst="roundRect">
            <a:avLst>
              <a:gd name="adj" fmla="val 5958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75056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75056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75056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65912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try_except.py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061460"/>
            <a:ext cx="182118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7753350" y="4061460"/>
            <a:ext cx="3825697" cy="967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"hola"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"Esta línea no se ejecuta"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e: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"Atajado:"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e)</a:t>
            </a:r>
            <a:endParaRPr lang="en-US" sz="950" dirty="0"/>
          </a:p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"El programa sigue"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Atajado: invalid literal for int() with base 10: 'hola'</a:t>
            </a:r>
            <a:endParaRPr lang="en-US" sz="100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programa sigue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clase24_excepciones.py: lectura protegida básica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10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3584448"/>
          </a:xfrm>
          <a:prstGeom prst="roundRect">
            <a:avLst>
              <a:gd name="adj" fmla="val 2551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clase24_excepciones.py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Lectura protegida basica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"Número: 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"Eso no es un número"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"Cuadrado:"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 **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el print de adentro de else y no de try? Minimizar el try: solo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 linea que PUEDE fallar. Si pones mas codigo adentro, un error lejano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seria tragado por el mismo except y confundiria el diagnostico.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L36–37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sólo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conversión: es la única línea que puede fallar.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1800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L38–39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299716"/>
            <a:ext cx="3139135" cy="7086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escriben letras,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se muestra un mensaje amable.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15468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L40–41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136392"/>
            <a:ext cx="3139135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corre sólo si la conversión salió bien: acá sí existe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7856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L42–44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767328"/>
            <a:ext cx="3139135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chico evita que un error de otra línea se confunda con este.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7635240" y="4663440"/>
            <a:ext cx="4007815" cy="1554480"/>
          </a:xfrm>
          <a:prstGeom prst="roundRect">
            <a:avLst>
              <a:gd name="adj" fmla="val 5882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754880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047488"/>
            <a:ext cx="3687775" cy="109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Número: hola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Eso no es un número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Número: 4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Cuadrado: 16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REFERENCIA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excepciones que más vas a ver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11 / 25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00545"/>
                <a:gridCol w="3025750"/>
                <a:gridCol w="2383924"/>
                <a:gridCol w="3484197"/>
              </a:tblGrid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Excepción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Cuándo aparece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Ejemplo que la dispara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Mensaje de Python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ValueError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tipo es correcto pero el </a:t>
                      </a:r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valor</a:t>
                      </a:r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no sirve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int("hola")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invalid literal for int() with base 10: 'hola'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TypeError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Operación entre tipos que no combinan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"2" + 2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 only concatenate str (not "int") to str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ZeroDivisionError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Dividir por cero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/ 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division by zero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IndexError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Posición que no existe en una lista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2, 3][5]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 index out of range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KeyError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Clave que no existe en un diccionario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{"a": 1}["b"]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'b'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NameError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Variable mal escrita o no creada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print(nombre_mal)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 'nombre_mal' is not defined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FileNotFoundError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Abrir para leer un archivo que no está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open("no.txt")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such file or directory: 'no.txt'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FileNotFoundError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suelen venir de afuera (usuario, disco): se atajan.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casi siempre son bugs tuyos: se corrigen.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estilos para validar: LBYL vs EAFP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12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LBYL: "mirá antes de saltar"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585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Primero preguntás con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 se puede, después hacés.</a:t>
            </a:r>
            <a:endParaRPr lang="en-US" sz="1300" dirty="0"/>
          </a:p>
          <a:p>
            <a:pPr algn="l" marL="203200" indent="-203200">
              <a:spcAft>
                <a:spcPts val="585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Ideal para reglas simples y baratas: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0 &lt;= nota &lt;= 10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  <a:p>
            <a:pPr algn="l" marL="203200" indent="-203200">
              <a:spcAft>
                <a:spcPts val="585"/>
              </a:spcAft>
              <a:buSzPct val="100000"/>
              <a:buChar char="•"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Trampa: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"-5".isdigit()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"7.5".isdigit()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77240" y="3593592"/>
            <a:ext cx="4907128" cy="1618488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37398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Shape 9"/>
          <p:cNvSpPr/>
          <p:nvPr/>
        </p:nvSpPr>
        <p:spPr>
          <a:xfrm>
            <a:off x="1143000" y="37398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Shape 10"/>
          <p:cNvSpPr/>
          <p:nvPr/>
        </p:nvSpPr>
        <p:spPr>
          <a:xfrm>
            <a:off x="1325880" y="37398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554480" y="364845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886968" y="4050792"/>
            <a:ext cx="216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249680" y="4050792"/>
            <a:ext cx="437068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texto.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isdigit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(texto)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es número"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78728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EAFP: "pedí perdón, no permiso"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507328" y="2286000"/>
            <a:ext cx="4952848" cy="1216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563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Intentás directamente y atajás el error si aparece.</a:t>
            </a:r>
            <a:endParaRPr lang="en-US" sz="1250" dirty="0"/>
          </a:p>
          <a:p>
            <a:pPr algn="l" marL="203200" indent="-203200">
              <a:spcAft>
                <a:spcPts val="563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Ideal cuando es difícil predecir todo lo que puede fallar.</a:t>
            </a:r>
            <a:endParaRPr lang="en-US" sz="1250" dirty="0"/>
          </a:p>
          <a:p>
            <a:pPr algn="l" marL="203200" indent="-203200">
              <a:spcAft>
                <a:spcPts val="563"/>
              </a:spcAft>
              <a:buSzPct val="100000"/>
              <a:buChar char="•"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Acepta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"-5"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inventar reglas: </a:t>
            </a:r>
            <a:pPr algn="l" indent="0" marL="0">
              <a:buNone/>
            </a:pPr>
            <a:r>
              <a:rPr lang="en-US" sz="12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sabe convertir.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507328" y="3593592"/>
            <a:ext cx="4907128" cy="1618488"/>
          </a:xfrm>
          <a:prstGeom prst="roundRect">
            <a:avLst>
              <a:gd name="adj" fmla="val 5650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690208" y="3739896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3" name="Shape 19"/>
          <p:cNvSpPr/>
          <p:nvPr/>
        </p:nvSpPr>
        <p:spPr>
          <a:xfrm>
            <a:off x="6873088" y="3739896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4" name="Shape 20"/>
          <p:cNvSpPr/>
          <p:nvPr/>
        </p:nvSpPr>
        <p:spPr>
          <a:xfrm>
            <a:off x="7055968" y="3739896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284568" y="3648456"/>
            <a:ext cx="399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6617056" y="4050792"/>
            <a:ext cx="216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6979768" y="4050792"/>
            <a:ext cx="4370680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(texto)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es número"</a:t>
            </a:r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de la materia: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escribe el usuario, el disco o la red → try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de tu negocio (rango, stock, cupo) → if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clase24_excepciones.py: pedir hasta que el dato sea válido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13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133088"/>
          </a:xfrm>
          <a:prstGeom prst="roundRect">
            <a:avLst>
              <a:gd name="adj" fmla="val 2212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clase24_excepciones.py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8498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150" dirty="0"/>
          </a:p>
          <a:p>
            <a:pPr algn="r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89660" y="1920240"/>
            <a:ext cx="6115812" cy="3566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Repetir hasta dato valido (el patron definitivo de entrada)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nota 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(0-10): 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nota &lt;=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"Fuera de rango"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"Eso no es un número"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aceptada:"</a:t>
            </a:r>
            <a:pPr algn="l"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nota)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while True + break? Tres salidas posibles (valido, fuera de</a:t>
            </a:r>
            <a:endParaRPr lang="en-US" sz="1150" dirty="0"/>
          </a:p>
          <a:p>
            <a:pPr algn="l" indent="0" marL="0">
              <a:lnSpc>
                <a:spcPts val="1438"/>
              </a:lnSpc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rango, no-numero): una condicion de while seria un monstruo de or/and.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L47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repetimos "para siempre" y salimos a mano cuando el dato está bien.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0208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L49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002536"/>
            <a:ext cx="313913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EAFP: si escriben letras,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lanza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salta al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5603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L50–52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2542032"/>
            <a:ext cx="313913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LBYL: el rango es una regla nuestra, se valida con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está bien,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0998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L53–54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081528"/>
            <a:ext cx="313913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del mensaje, el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vuelve a pedir la nota.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363931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L56–57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8503920" y="3621024"/>
            <a:ext cx="313913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tres salidas posibles: con </a:t>
            </a:r>
            <a:pPr algn="l" indent="0" marL="0">
              <a:buNone/>
            </a:pPr>
            <a:r>
              <a:rPr lang="en-US" sz="10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0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queda más claro que con una condición gigante.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(0-10): abc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Eso no es un número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(0-10): 15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Fuera de rango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(0-10): 7.5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aceptada: 7.5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 LA CLASE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clase24_excepciones.py: división protegida y finally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14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clase24_excepciones.py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Division protegida + finally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b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 / b)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se puede dividir por cero"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"Esto se ejecuta siempre"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¿Para que sirve finally si ya se ejecuto el except? Garantia: recursos que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deben cerrarse pase lo que pase (archivos, conexiones). Con archivos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usaremos with, que es la version elegante de esa idea.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Regla de la materia: nunca validar con try lo que se puede validar con if.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try es para lo IMPREDECIBLE (el usuario, el disco, la red), no para la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logica que ya conoces.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L61–62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vale 0: la división lanza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/ b)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nunca muestra nada.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L63–64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ataja el tipo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exacto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error, con un mensaje que entiende cualquiera.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L65–66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22783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corre siempre. Con archivos lo va a reemplazar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(próxima clase).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41285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L71–73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411022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para lo impredecible. Lo que podés verificar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verificalo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635240" y="5321808"/>
            <a:ext cx="400781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5413248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705856"/>
            <a:ext cx="368777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se puede dividir por cero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 se ejecuta siempre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 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atrapes todo: el peligro del except desnudo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15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except sin tipo atrapa cualquier error, incluso tus bugs, y te hace creer que el problema es otro.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Mirá el ejemplo: la lista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notas, pero escribimos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len(nota)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lugar de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len(notas)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Eso es un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tipo lo atrapa y muestra "No hay notas cargadas". El mensaje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miente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el bug queda escondido.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hubiéramos escrito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 ZeroDivisionError: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explotaría con su traceback y veríamos el error de tipeo al instante.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Regla: atrapá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sólo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que sabés manejar y dejá que lo inesperado se vea. El Zen de Python lo dice: los errores no deberían pasar en silencio.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desenchufar la alarma de humo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la alarma suena seguido y la desenchufás, deja de molestar... también cuando hay un incendio de verdad. Un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vacío es desenchufar la alarma: el programa "anda", pero ya no te avisa de nada.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except_desnudo.py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 = [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 =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(notas) /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(nota)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hay notas cargadas"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hay notas cargadas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Taller: GitHub y el repositorio remoto</a:t>
            </a:r>
            <a:endParaRPr lang="en-US" sz="38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Hasta ahora tu historial vivía sólo en tu compu. Hoy lo subimos a la nube para no perderlo y poder trabajar en equipo.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GIT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 local vs remoto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17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repositorio local está en tu compu; el remoto es una copia en GitHub que todo el equipo puede ver y actualizar.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Git ya sabés hacer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una "foto" del proyecto que queda guardada en la carpeta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computadora.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0203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002024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se te rompe el disco o te roban la notebook, ese historial se pierde. Y tu compañero no puede ver lo que hiciste.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484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930140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remoto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(normalmente llamado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es el mismo repositorio alojado en un servidor como GitHub.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403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22036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no sincroniza solo: vos decidís cuándo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subir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tus commits (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y cuándo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bajar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los de otros (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910840"/>
          </a:xfrm>
          <a:prstGeom prst="roundRect">
            <a:avLst>
              <a:gd name="adj" fmla="val 3770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📸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las fotos del celular y la nube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2087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Sacar una foto la guarda en el teléfono (commit). Subirla a Google Fotos la deja a salvo y compartible (push). Si tu hermano subió fotos al álbum compartido, las bajás a tu celu (pull). Sin conexión, las fotos igual se sacan: sólo no se sincronizan.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COMANDOS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Comandos para trabajar con GitHub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18 / 25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934060"/>
                <a:gridCol w="4767848"/>
                <a:gridCol w="3392507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Comando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hace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Cuándo lo usás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clone URL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Descarga el repositorio completo, con todo su historial, y deja configurado el remoto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origin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 sola vez, para empezar a trabajar en un repo que ya existe.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remote add origin URL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Conecta tu repo local (creado con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init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 con un repo vacío de GitHub.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 sola vez, cuando el proyecto nació en tu compu.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remote -v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Muestra a qué dirección apunta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origin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 comprobar que estás conectado al repo correcto.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push -u origin main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Sube tus commits de la rama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y recuerda ese destino.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primera vez que subís. Después alcanza con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push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push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Sube a GitHub los commits que tenés y el remoto todavía no.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Cada vez que terminás algo que funciona.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pull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Baja los commits nuevos del remoto y los une con tu trabajo.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Siempre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antes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de empezar a trabajar.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status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Dice qué cambió y si estás adelantado o atrasado respecto del remoto.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Todo el tiempo: es tu brújula.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sube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Si modificaste archivos pero no hiciste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se sube nada.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flujo de trabajo de todos los días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19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Actualizar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tocar nada, bajá lo que subió tu equipo. Así trabajás sobre la última versión y evitás conflictos.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Programar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665144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Hacé un cambio chico: una función, un arreglo. Ejecutalo y probalo hasta que funcione.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3619424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3756584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Commit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6553048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Sacá la foto con un mensaje que diga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hiciste, no "cambios" ni "arreglos".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6507328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644488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800" dirty="0"/>
          </a:p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</a:t>
            </a:r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"Alta de alumno"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9" name="Shape 25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Subir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9440951" y="2331720"/>
            <a:ext cx="20192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Compartí tus commits. Si GitHub rechaza el push, primero hacé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después reintentá.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9395231" y="4343400"/>
            <a:ext cx="2064944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9532391" y="4480560"/>
            <a:ext cx="1882064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7" name="Text 33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dos personas cambian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misma línea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Git marca un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pide que elijas qué versión queda. Coordinar quién toca qué archivo evita casi todos.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TALLER · REPO PROLIJO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.gitignore y README.md: lo que no se sube y lo que no puede faltar</a:t>
            </a:r>
            <a:endParaRPr lang="en-US" sz="21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20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🙈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.gitignore?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archivo de texto con nombres o patrones que Git debe </a:t>
            </a:r>
            <a:pPr algn="l" indent="0" marL="0">
              <a:buNone/>
            </a:pP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ignorar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Lo que figura ahí no aparece en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nunca se sube.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🗑️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101688" y="166420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va adentro?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35915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se genera solo o es privado: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*.pyc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.venv/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.vscode/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archivos con contraseñas. Una línea por patrón.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1417320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README.md?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portada del repo: GitHub lo muestra debajo de la lista de archivos. Responde lo primero que se pregunta cualquiera: </a:t>
            </a:r>
            <a:pPr algn="l" indent="0" marL="0">
              <a:buNone/>
            </a:pPr>
            <a:r>
              <a:rPr lang="en-US" sz="145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es y cómo se usa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589020"/>
            <a:ext cx="5410048" cy="18516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3817620"/>
            <a:ext cx="530352" cy="530352"/>
          </a:xfrm>
          <a:prstGeom prst="ellipse">
            <a:avLst/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5B8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✍️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7101688" y="3790188"/>
            <a:ext cx="4358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va en el README?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485132"/>
            <a:ext cx="4998568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Nombre y descripción del proyecto, integrantes, cómo ejecutarlo (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qué funcionalidades tiene y en qué archivo se guardan los datos.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borra lo que ya subiste: si un archivo ya estaba en un commit, hay que sacarlo con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rm --cached archivo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gigante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error de otra línea cae en el mismo except y confunde el diagnóstico.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int(t); total = n / x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int(t)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 sin tipo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Esconde bugs como un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 un nombre mal escrito.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print("Error")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 es número")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la variable fallida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falló,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nunca se creó: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más abajo.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 pass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* 2)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 * 2)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sin pull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rechaza el push si el remoto tiene commits que vos no tenés.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  # rejected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¿Puedo tener varios except?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Sí: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ValueError: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abajo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 KeyError: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Python los revisa en orden y ejecuta el primero que coincida con el error. También podés agrupar: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 (ValueError, TypeError):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veo el mensaje del error adentro del except?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 ValueError as e: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después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print("Detalle:", e)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Muy útil para entender qué pasó o guardarlo en un registro.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¿Está mal que una excepción quede sin manejar?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siempre. Si en ese lugar nadie sabe qué hacer con el error, es correcto que suba y corte el programa: es mejor que seguir con datos falsos.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¿Si hago commit ya está en GitHub?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No. El commit queda en tu compu. Recién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aparece en GitHub. Fijate en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dice "ahead" si tenés commits sin subir.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 dos números y dividirlos atajando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ZeroDivisionError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mensajes distintos.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un repo en GitHub, conectarlo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subir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Clonar el repo de un compañero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ejecutar su programa.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Función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pedir_entero(mensaje, minimo, maximo)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repita hasta recibir un entero en rango.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al repo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cómo ejecutar el programa.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integrantes editan archivos distintos del mismo repo y sincronizan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Provocar a propósito un traceback de 3 funciones y explicar en voz alta cada línea, de abajo hacia arriba.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Buscar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desnudo en un código viejo tuyo y demostrar qué bug escondía.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Simular un conflicto editando la misma línea desde dos clones y resolverlo con el docente.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base: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Codigos/clase24_excepciones.py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Ejecutalo, escribí letras, números fuera de rango y cambiá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 otro valor.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Pegarle un traceback y pedirle que te explique cada línea, sin que te arregle el código.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una analogía de la diferencia entre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Preguntarle qué excepciones podría lanzar un bloque tuyo y por qué.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Envolver todo el programa en un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gigante que te sugirió para "que no falle".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comandos de Git destructivos como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push --force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 entenderlos.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Exception: pass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porque "así ya no sale el error".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“Soy estudiante de primer año. Te paso un traceback de Python: explicame de abajo hacia arriba qué me dice cada línea y qué debería revisar en mi código. No me des el código corregido; quiero encontrar yo el error.”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excepción es un aviso de error en ejecución; sin manejo, corta el programa.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traceback se lee de abajo hacia arriba: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pasó,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quién llamó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chico,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tipo,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el camino feliz,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 cerrar.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del usuario →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+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Reglas de negocio →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diario en GitHub: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programar →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Resolver la guía por niveles y subirla a tu repo de GitHub con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«Excepciones».</a:t>
            </a:r>
            <a:endParaRPr lang="en-US" sz="115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Intermedio: cap. 3.16 «try/else», pp. 44–46.</a:t>
            </a:r>
            <a:endParaRPr lang="en-US" sz="115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Código: </a:t>
            </a:r>
            <a:pPr algn="l" indent="0" marL="0">
              <a:buNone/>
            </a:pPr>
            <a:r>
              <a:rPr lang="en-US" sz="11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Codigos/clase24_excepciones.py</a:t>
            </a:r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15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Archivos de texto: guardar datos que sobreviven al programa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14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14 - Excepciones y GitHub: trabajar con un repositorio remoto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