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antes de ejecutar: ¿qué se muestra primero? Muchos responden "Dentro de la función" porque está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10 lo muestra el print de adentro; x queda en None porque la función no devolvió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salida real muestra un traceback más largo; acá dejamos la última línea, que es la que hay que aprender a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Funciones: parámetros, retorno y ámbito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partir un programa en piezas con nombre que reciben datos, devuelven resultados y no se pisan entre sí.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3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para qué sirven las funciones: reutilizar, abstraer, probar.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0111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82824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con </a:t>
            </a:r>
            <a:pPr algn="l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llamar y distinguir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3509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16808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Diferenciar </a:t>
            </a:r>
            <a:pPr algn="l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evitar el </a:t>
            </a:r>
            <a:pPr algn="l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sorpresa.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06908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50792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valores por defecto y argumentos por nombre.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0306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684776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el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(LEGB) y evitar variables globales.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Devolución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salió bien en el Parcial 1 y qué hay que mejorar.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existen, cómo se definen y cómo se llaman.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vs return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confusión número uno y cómo evitarla.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por defecto y argumentos por nombre.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vive cada variable: la regla LEGB.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función, una responsabilidad.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Cerramos la Unidad 2 con el Parcial 1: variables, tipos, operadores, condicionales y ciclos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esas piezas ya resolvemos problemas completos, pero los programas crecen y se vuelven difíciles de leer. Hoy empieza la Unidad 3: cómo organizarlos.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DEVOLUCIÓN DEL PARCIAL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nos dejó el examen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3 / 25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salió bien: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buen manejo de condicionales simples, de operadores y de la sintaxis general. La mayoría convirtió bien los datos de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Falla 1: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acumuladores que se vuelven a 0 en cada vuelta porque se inicializaron </a:t>
            </a:r>
            <a:pPr algn="l"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Falla 2: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programas de más de 100 líneas escritos de corrido, sin partes con nombre: difíciles de leer y de corregir.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respuesta profesional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la falla 2 se llama </a:t>
            </a:r>
            <a:pPr algn="l"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modularizar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dividir un problema grande en funciones chicas, cada una con una tarea clara.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60920" y="1463040"/>
            <a:ext cx="4282135" cy="4754880"/>
          </a:xfrm>
          <a:prstGeom prst="roundRect">
            <a:avLst>
              <a:gd name="adj" fmla="val 2562"/>
            </a:avLst>
          </a:prstGeom>
          <a:solidFill>
            <a:srgbClr val="0B122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377440"/>
            <a:ext cx="3733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revisar tu parcial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3108960"/>
            <a:ext cx="3733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Buscá en tu código bloques que se repiten o que podrías describir con un nombre ("validar nota", "calcular promedio"). Al final de esta clase vas a poder convertirlos en funciones.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 a funciones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es una pieza de código con nombre: la escribís una vez y la usás todas las veces que quieras.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una función y por qué existe?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es un bloque de código con nombre que recibe datos, hace una tarea y devuelve un resultado.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Reutilizar: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escribís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vez y la usás en diez lugares. Si la regla cambia a "se aprueba con 6", la cambiás en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solo lugar.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23944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DRY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(Don't Repeat Yourself, "no te repitas"): código duplicado es duplicar los lugares donde puede haber un error, y actualizar sólo la mitad es el desastre clásico.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560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37760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Abstraer: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quien usa la función sólo necesita saber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hace, no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Igual que usás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saber cómo cuenta.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717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53456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por partes: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función aislada se prueba sola. Si el programa falla, revisás pieza por pieza hasta encontrar la culpable.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botón de la cafetera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Apretás "capuchino" y sale un capuchino. No sabés cuánta presión usa ni a qué temperatura calienta la leche, y no te hace falta. Alguien lo programó una vez y funciona igual cada vez que lo apretás.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primera_funcion.py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f"Hola, {nombre}"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Leo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ANATOMÍA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no es ejecutar: def y la llamada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 guarda la receta con un nombre; recién cuando escribís ese nombre con paréntesis, la función se ejecuta.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nombre(parametros):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función: Python la guarda en memoria, pero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ejecuta su bloque todavía.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nombre(valor)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llamada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 invocación): ahí Python salta al bloque, lo ejecuta y vuelve a la línea donde estaba.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512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3296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lee el archivo de arriba hacia abajo. Si llamás a una función antes de que su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haya pasado, 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12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9437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paréntesis son obligatorios en la llamada, aunque no haya datos: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avisar()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Sin ellos, no se ejecuta nada.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anotar una receta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la receta de la torta en tu cuaderno no hace aparecer ninguna torta: sólo la guardás. La torta existe cuando decidís cocinarla.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anotar la receta; la llamada es cocinar.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630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7734300" y="4160520"/>
            <a:ext cx="384474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avisar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"Dentro de la función"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"Antes"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avisar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"Después"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Dentro de la función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pasa en una llamada, paso a paso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La llamada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llega 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es_aprobado(8)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pausa la línea donde está.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Parámetros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Salta a la función y crea la variable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el valor recibido.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Ejecuta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 la cuenta y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el resultado. La función termina ahí.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Vuelve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valor devuelto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la llamada y la línea original sigue.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la función termina, su variable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desaparece. En la próxima llamada se crea de nuevo con el valor nuevo.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VOCABULARIO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partes de una función con nombre propio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8 / 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5134605"/>
                <a:gridCol w="375926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Término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el ejemplo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es_aprobado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línea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más el bloque indentado. Guarda la función.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es_aprobado(nota):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Parámetro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variable que aparece en la definición. Es el "casillero" que espera un dato.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Argumento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valor concreto que pasás al llamar. Se copia en el parámetro.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es_aprobado(8)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Llamada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nombre con paréntesis: ejecuta la función.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es_aprobado(8)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 de retorno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entrega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quien llamó.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Docstring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 entre triple comilla que documenta qué hace. Se consulta 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help()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"""Devuelve True si..."""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Truco para no confundirse: el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arámetro está en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lantilla (la definición); el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rgumento es lo que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portás al llamar.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clase14_intro_funciones.py: una función, muchos usos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clase14_intro_funciones.py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0022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04900" y="1920240"/>
            <a:ext cx="610057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"""Devuelve True si la nota alcanza para aprobar (4 o más)."""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"Nota: 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"Felicitaciones"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recuperar"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 = []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aprobadas.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"Aprobadas:"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aprobadas)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L36–38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la función y documenta qué hace. Devuelve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12445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devuelve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llamada sirve directo como condición.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L54–56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función se reutiliza dentro de un ciclo, sin reescribir la regla.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Imprime el programa principal, no la función: cada uno con su tarea.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Nota: 7.5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Felicitaciones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Aprobadas: [8, 6, 9]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RETORNO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muestra, return entrega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pone texto en la pantalla para una persona; return le entrega el valor al programa para que lo siga usando.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efecto visible: el texto aparece en la consola y ahí termina. Ninguna otra línea puede usar ese valor.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muestra nada: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valor a la línea que llamó, que puede guardarlo, compararlo o sumarlo.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512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32960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una función no tiene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igual devuelve algo: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"nada" de Python. Por eso aparece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no lo esperabas.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Regla: la función que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para el programa principal.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🍕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pedir una pizza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es que el pizzero te muestre una foto de la pizza por la ventana: la ves, pero no te la podés comer. return es que te la entregue en la mano: ahora podés cortarla, compartirla o guardarla.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print_vs_return.py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doble_mal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*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doble_mal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print() vs return: diferencias clave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11 / 25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50681"/>
                <a:gridCol w="4126022"/>
                <a:gridCol w="4217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hace?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texto en la consola.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Entrega un valor a quien llamó a la función.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 lo recibe?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persona que mira la pantalla.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línea de código que hizo la llamada.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¿Se puede guardar en una variable?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print(5)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deja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doble(5)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guarda 10.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¿Termina la función?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No: la función sigue con la línea siguiente.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Sí: sale en ese instante, aunque haya más líneas abajo.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¿Dónde se usa?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el programa principal, para informar resultados.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funciones que calculan o deciden algo.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Error clásico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Usar print en la función y esperar el valor afuera.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Olvidar el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la función devuelve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Parámetros, retorno y ámbito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más flexibles y variables que no se mezclan: así se arman programas grandes sin caos.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PARÁMETROS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por defecto y argumentos por nombre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parámetro puede tener un valor por defecto que se usa si no lo pasás; y al llamar podés indicar el nombre del parámetro.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curso="1er Año"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definición es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por defecto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la llamada no lo manda, se usa ese.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para opciones comunes: la llamada corta resuelve el caso típico y la completa, el caso raro.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parámetros con defecto van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los obligatorios.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f(a=1, b):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f(3)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¿el 3 sería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 por nombre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curso="2do Año"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 se asigna por nombre y no por posición. Se lee mejor y permite cambiar el orden.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🥤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pedir en un local de comidas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pedís "un combo", te lo dan con gaseosa mediana: es el valor por defecto. Si querés otra cosa, lo aclarás por nombre: "un combo, bebida: agua". No hace falta repetir todo lo demás.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por_defecto.py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(nombre, curso=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"1er Año"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f"{nombre} — {curso}"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curso=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"2do Año"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— 1er Año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Leo — 2do Año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LLAMADAS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def presentacion(nombre, curso="1er Año"): ¿qué pasa?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14 / 25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17712"/>
                <a:gridCol w="2292235"/>
                <a:gridCol w="458446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Llamada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qué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presentacion("Ana")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 — 1er Año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Falta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curso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se usa el valor por defecto.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presentacion("Ana", "Profe")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 — Profe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posición: el primero va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el segundo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curso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presentacion(curso="Profe", nombre="Ana")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 — Profe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nombre, el orden no importa.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 obligatorio: "missing 1 required positional argument".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presentacion("a", "b", "c")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Hay dos parámetros y llegaron tres argumentos.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presentacion(nombre="Ana", "Profe")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SyntaxError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Después de un argumento por nombre no puede ir uno por posición.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clase15_funciones_parametros.py: defaults y variables locales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clase15_funciones_parametros.py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(nombre, curso=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"1er Año"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"""Devuelve una presentación formal."""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f"{nombre} — {curso}"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"Ricardo"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curso=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"Profesor"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argumento nombrado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        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 el default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el resultado se imprime afuera? La funcion SOLO construye y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devuelve el texto: decidir que hacer con el es del que llama.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n *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'resultado' es LOCAL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print(resultado)  # NameError: 'resultado' no existe fuera de la llamada.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NO existe? El ambito local se destruyo al terminar la llamada.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L34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valor por defecto;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obligatorio y va primero.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122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93976"/>
            <a:ext cx="3139135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función sólo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construye y devuelve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texto; imprimirlo es tarea de quien llama.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489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L38–39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30652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llamada con argumento por nombre y otra que usa el default.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798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561588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existe sólo mientras corre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21081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L48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192524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se descomenta,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afuera esa variable ya no existe.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Ricardo — Profesor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— 1er Año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ÁMBITO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Ámbito: lo que nace en la función, muere en la función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llamada crea su propio espacio de variables (ámbito local) que desaparece cuando la función termina.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(scope) es la zona del programa donde un nombre existe. Los parámetros y las variables creadas adentro son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Nacen al empezar la llamada y se borran con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eso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afuera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así?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cada función pudiera pisar las variables de otras, en un programa grande nadie sabría quién cambió qué.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Ventaja: podés usar el mismo nombre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en varias funciones sin que se mezclen.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hoja borrador del examen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Durante el examen hacés cuentas en un borrador. Al entregar, el borrador se tira: al profe sólo le llega el resultado que pasaste en limpio. Las variables locales son el borrador; 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lo que entregás.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496568"/>
          </a:xfrm>
          <a:prstGeom prst="roundRect">
            <a:avLst>
              <a:gd name="adj" fmla="val 611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1821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7753350" y="4099560"/>
            <a:ext cx="3825697" cy="929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n *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'resultado' is not defined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LEGB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busca Python un nombre, en orden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 · Local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adentro de la función que se está ejecutando: sus parámetros y variables.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Envolvente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hay una función dentro de otra, busca en la de afuera. Poco común en 1er año.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...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 · Global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Después, en las variables creadas en el nivel principal del archivo.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"global"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Built-in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último, en los nombres que trae Python de fábrica. Si no está en ninguno: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buscar las llaves: primero en tu bolsillo (L), en la mochila (E), en tu casa (G) y por último en objetos perdidos (B). Encontrás y dejás de buscar.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LOCALES VS GLOBALES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 datos por parámetro, no por variables globales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Función que depende de una global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518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una global funciona, pero para cambiarla hace falta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  <a:p>
            <a:pPr algn="l" marL="203200" indent="-203200">
              <a:spcAft>
                <a:spcPts val="518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resultado depende del "estado del mundo": difícil de probar.</a:t>
            </a:r>
            <a:endParaRPr lang="en-US" sz="1150" dirty="0"/>
          </a:p>
          <a:p>
            <a:pPr algn="l" marL="203200" indent="-203200">
              <a:spcAft>
                <a:spcPts val="518"/>
              </a:spcAft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otra parte cambia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función se rompe sin aviso.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x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Recibe y devuelve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usa entra por parámetros.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Mismos argumentos, mismo resultado: fácil de probar.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del dato se ve en la llamada.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(total, x):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+ x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(total,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globales en MAYÚSCULAS (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IVA = 0.21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son aceptables para leer. Lo que se evita es modificar globales desde adentro.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función, una responsabilidad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función debería hacer una sola tarea que puedas describir en una frase sin usar la palabra "y".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rápida: "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 el promedio" ✅. "Pide las notas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muestra" ❌: son tres funciones.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898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7154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chicas se entienden de un vistazo, se prueban por separado y se reutilizan en otros programas.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5124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3296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Combinás piezas simples para resolver algo grande: la salida de una es la entrada de otra.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12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94376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Nombres con verbo en minúscula y snake_case: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calcular_total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es_valido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(las que devuelven bool,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hay_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👩‍🍳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cocina de un restaurante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Uno corta, otro cocina, otro emplata. Si el plato sale salado, sabés a quién preguntar. Si un solo cocinero hiciera todo, encontrar el problema sería mucho más difícil.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responsabilidades.py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clase15_funciones_parametros.py: validador reutilizable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clase15_funciones_parametros.py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Validador reutilizable: while + return + parametro default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(0-10):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"""Pide una nota y repite hasta que sea un numero entre 0 y 10."""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valor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valor &lt;=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valor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corta el while: salida limpia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"Debe estar entre 0 y 10"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"Eso no es un número"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cargada:"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mensaje tiene valor por defecto: se puede llamar sin argumentos.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513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33016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repetir hasta que el dato sirva.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212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L55, 60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02992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ataja el error si escriben letras. Lo vemos a fondo en la Unidad 5.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1912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172968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while </a:t>
            </a:r>
            <a:pPr algn="l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la función: salida limpia con el valor válido.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7612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742944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programa principal decide qué hacer con la nota devuelta.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hola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Eso no es un número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12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Debe estar entre 0 y 10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cargada: 8.0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en vez de return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función muestra el valor pero devuelve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iva(m):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 * 0.21)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iva(m):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 * 0.21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Llamar antes de definir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todavía no leyó 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print(iva(100))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iva(m): ...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iva(m): ...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print(iva(100))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los paréntesis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la función en sí, no su resultado.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calcular_total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calcular_total()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antes del obligatorio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no puede saber a quién va cada argumento.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f(curso="1ro", nombre):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f(nombre, curso="1ro"):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tener varios return en una función?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Sí, por ejemplo uno en cada rama de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ejecuta el primero al que se llegue y la función termina ahí.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devuelvo dos valores?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suma, promedio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los dos juntos (una tupla) y se reciben así: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s, p = calcular(notas)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modificar una global desde una función?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Leerla, sí. Para reasignarla hace falta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global x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pero está mal visto: la función deja de ser independiente. Mejor recibir y devolver.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¿El valor por defecto se calcula en cada llamada?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No: una sola vez, al definir. Con números y textos no hay problema; con listas trae sorpresas. Regla: nunca una lista como valor por defecto.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es_par(n)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devuelva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saludo(nombre)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texto; imprimilo afuera.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area_rectangulo(base, altura)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docstring.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pedir_entero(mensaje, minimo, maximo)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valide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precio_final(precio, descuento=0)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probala con y sin descuento.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que devuelva la suma y el promedio de una lista de notas.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maximo_de_tres(a, b, c)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usar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Reescribir un ejercicio de tu Parcial 1 en funciones de una sola responsabilidad.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 biblioteca con 4 funciones de validación documentadas.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Codigos/clase14_intro_funciones.py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Codigos/clase15_funciones_parametros.py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tu código del parcial y pedirle que marque bloques repetidos que podrían ser funciones.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 ejemplo paso a paso de por qué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print(5)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Consultarle si los nombres de tus funciones son claros y siguen PEP 8.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escriba todas las funciones sin entender qué recibe y qué devuelve cada una.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*args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todavía estamos aprendiendo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variables globales para "ahorrarte" pasar parámetros.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este programa donde calculo un descuento en tres lugares distintos. No lo reescribas entero: explicame cómo crear una función calcular_descuento que reciba el monto y la categoría y devuelva el monto final con return, y cómo la llamaría.”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es código con nombre: se define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ejecuta al llamarla.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 en la definición; argumento en la llamada.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el valor;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lo muestra. Sin return: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Defaults al final; argumentos por nombre para llamadas claras.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variables locales mueren al terminar: pasá datos por parámetro.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la guía por niveles y reescribir un ejercicio del Parcial 1 usando al menos tres funciones.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6 «Funciones», pp. 36–41.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Intermedio: cap. 3.8 sobre ámbito y variables globales.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clase14 y clase15.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Módulos, biblioteca estándar y control de versiones con Git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08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08 - Funciones: parámetros, retorno y ámbito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