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sorted() sólo para que la salida tenga siempre el mismo orden: un set impreso puede mostrar sus elementos en cualquier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 y conjuntos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datos por nombre en lugar de por posición y trabajar con colecciones sin repetidos.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la idea de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 → valor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crear diccionarios.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por qué buscar en un diccionario es casi instantáneo.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entre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d.get(clave, defecto)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Modelar registros con listas de diccionarios.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sets para quitar repetidos y cruzar grupos.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datos con nombre: clave y valor.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hash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buscar por clave es casi instantáneo.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get() e items()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Consultar sin romper el programa y recorrer pares.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de diccionarios: el formato de los datos reales.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Conjuntos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repetidos: unión, intersección y diferencia.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Lista, tupla, diccionario o set: cuál elegir.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(mutables,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(inmutables). También vimos que las listas paralelas son frágiles: si ordenás una sola, los datos se desalinean. Hoy aparece la estructura que resuelve ese problema: el diccionario.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Diccionarios: buscar por nombre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encontrar a "Ana" en una lista hay que recorrerla. En un diccionario, la pedís por su nombre y listo.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diccionario?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diccionario guarda pares 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 → valor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cada dato se encuentra por su clave, no por su posición.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escribe entre llaves: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{"Ana": "351-555", "Luis": "11-444"}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la izquierda de los dos puntos va la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a la derecha, el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441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25824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leer, en vez de un índice numérico usás la clave: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agenda["Ana"]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importa si Ana es la primera o la número 500.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5598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41520"/>
            <a:ext cx="5879592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agregar o cambiar, asignás: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agenda["Marta"] = "261-333"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la clave no existía, se crea; si existía, se reemplaza su valor.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157216"/>
            <a:ext cx="5879592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claves son </a:t>
            </a:r>
            <a:pPr algn="l" indent="0" marL="0">
              <a:buNone/>
            </a:pPr>
            <a:r>
              <a:rPr lang="en-US" sz="13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únicas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puede haber dos "Ana". Los valores sí pueden repetirse y ser de cualquier tipo, hasta listas u otros diccionarios.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88820"/>
          </a:xfrm>
          <a:prstGeom prst="roundRect">
            <a:avLst>
              <a:gd name="adj" fmla="val 551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🗳️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padrón de las elecciones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 buscan leyendo nombre por nombre: das tu DNI y te dicen tu mesa. El DNI es la clave (no hay dos iguales) y la mesa es el valor. Dos personas pueden votar en la misma mesa, pero no tener el mismo DNI.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0" y="3680460"/>
            <a:ext cx="4327855" cy="1458468"/>
          </a:xfrm>
          <a:prstGeom prst="roundRect">
            <a:avLst>
              <a:gd name="adj" fmla="val 62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267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267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267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353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37660"/>
            <a:ext cx="19735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7768590" y="4137660"/>
            <a:ext cx="3810457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 = 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"351-555"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"11-444"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(agenda[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"261-333"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(agenda))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351-555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MEMORIA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buscar en un diccionario es tan rápido?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diccionario usa una 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hash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convierte la clave en un número que indica directamente dónde está guardado el valor.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una lista,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 in nombres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compara uno por uno. Con un millón de nombres, puede hacer un millón de comparaciones.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diccionario pasa la clave por 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hash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una cuenta que convierte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en el mismo número, que dice en qué casillero buscar.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buscar tarda casi lo mismo con 10 datos que con un millón: no recorre,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dónde ir.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Consecuencia: las claves deben ser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inmutables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números, tuplas). Si una clave cambiara, su número cambiaría y el dato se perdería.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🧥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el guardarropa de un boliche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Dejás la campera y te dan el número 57. A la salida no revisan todas las camperas: van directo al gancho 57. El número siempre lleva al mismo lugar. Si cambiara, tu campera se perdería.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{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"leche"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precios)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precios)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precios[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1600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(precios)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{'pan': 1600, 'leche': 1200}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hace Python cuando escribís precios["pan"]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Recibe la clave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Toma el texto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Tiene que ser inmutable: si fuera una lista, acá mismo daría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Calcula el hash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función matemática convierte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número. La misma clave da siempre el mismo número.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Va al casillero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ese número sabe en qué lugar de la tabla mirar. No recorre las demás claves.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7" name="Shape 23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Devuelve el valor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encuentra la clave, devuelve su valor. Si no está, lanza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9395231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532391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también usa el hash, pero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 mira las claves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"pan" in precios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1500 in precios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Operaciones, partiendo de precios = {"pan": 1500, "leche": 1200}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300818"/>
                <a:gridCol w="4767848"/>
                <a:gridCol w="302575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precios["pan"]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 el valor de una clave que existe.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precios["pan"] = 1600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clave existe: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reemplaza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el valor.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{'pan': 1600, 'leche': 1200}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precios["yerba"] = 3000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clave no existe: la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agrega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al final.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Ahora hay 3 pares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"pan" in precios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¿Existe esa clave? Sólo busca entre las claves.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precios.get("café", 0)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Lee; si la clave no está, devuelve el valor por defecto.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precios.pop("leche")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 el par y devuelve su valor.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len(precios)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Cuántos pares clave-valor hay.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list(precios.keys())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Todas las claves.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values()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todos los valores.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['pan', 'leche']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Python 3.7 los diccionarios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recuerdan el orden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que agregaste las claves.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ACCESO SEGURO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get() o corchetes: qué pasa si la clave no existe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exige que la clave exista y si no, frena con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d.get(clave, defecto)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el defecto y sigue.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stock["leche"]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no hay leche cargada lanza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KeyError: 'leche'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programa se corta ahí mismo.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stock.get("leche")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(el "nada" de Python). Con un segundo argumento elegís qué devolver: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stock.get("leche", 0)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Usá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corchetes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la clave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estar: si falta, es un error del programa y conviene que salte.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Usá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que falte es algo normal: contar palabras que aparecen por primera vez o buscar un producto que puede no existir.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🏪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pedir en el kiosco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decir "dame un alfajor" dando por hecho que hay: si no hay, se arma lío.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preguntar "¿tenés alfajor? Si no, no pasa nada": te dicen que no y seguís con tu día.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 = {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(stock[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"pan"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(stock.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"leche"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(stock.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"leche"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d[clave] frente a d.get(clave, defecto)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9 / 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7303"/>
                <a:gridCol w="4217712"/>
                <a:gridCol w="430940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Situación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d[clave]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d.get(clave, defecto)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clave existe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Devuelve el valor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Devuelve el valor (igual que los corchetes)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clave no existe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KeyError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el programa se corta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Devuelve el defecto,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 no pusiste uno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¿Sirve para guardar?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d["pan"] = 5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agrega o cambia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No: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sólo lee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usarlo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clave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estar; si falta, es un bug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ausencia es un caso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normal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del problema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típico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alumno["nombre"]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 un registro completo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frecuencia.get(palabra, 0) + 1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para contar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Otra forma de consultar sin romper: preguntar primero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clave in d: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recién después usar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clase21_diccionarios_sets.py: contar palabras con get()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clase21_diccionarios_sets.py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Frecuencia de palabras: el patron .get() + 1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profe dijo que el examen es fácil y el TP también"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frecuencia = {}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palabra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frecuencia[palabra] = frecuencia.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(frecuencia)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¿Que hace .get(palabra, 0)? Si la palabra ya esta, devuelve su conteo;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no, 0. Sumamos 1 y guardamos: contador de primeras veces en una linea.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lower()? "El" y "el" deben contar juntos.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{'el': 3, 'profe': 1, 'dijo': 1, 'que': 1, 'examen': 1,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'es': 1, 'fácil': 1, 'y': 1, 'tp': 1, 'también': 1}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 vacío: todavía no se contó ninguna palabra.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L45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que "El" y "el" cuenten juntas;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 las palabras.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palabra ya está,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su conteo; si no, 0. Se suma 1 y se guarda.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palabra aparece con su cantidad, en el orden en que apareció.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RECORRER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un diccionario con items()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clave, valor in d.items():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 da en cada vuelta un par completo, ya separado en dos variables.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directo sobre el diccionario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d: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recorre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 las claves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el valor tendrías que escribir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d[k]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adentro.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d.items()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entrega pares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(clave, valor)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son tuplas.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clave, valor in ...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desempaquetan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x, y = punto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d.keys()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sólo las claves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d.values()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los valores. Sirven, por ejemplo, para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sum(precios.values())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agregues ni borres claves mientras recorrés: Python frena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Cambiar el valor de una clave existente sí se puede.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813560"/>
          </a:xfrm>
          <a:prstGeom prst="roundRect">
            <a:avLst>
              <a:gd name="adj" fmla="val 605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📒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leer una agenda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cada renglón ves el nombre y el teléfono juntos. No leés primero todos los nombres y después todos los teléfonos: los leés de a pares. Eso hace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505200"/>
            <a:ext cx="4327855" cy="1414272"/>
          </a:xfrm>
          <a:prstGeom prst="roundRect">
            <a:avLst>
              <a:gd name="adj" fmla="val 6466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6515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6515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6515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56006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962400"/>
            <a:ext cx="208788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3962400"/>
            <a:ext cx="3799027" cy="84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 = {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"edad"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clave, valor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(clave,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"-&gt;"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valor)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102352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193792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486400"/>
            <a:ext cx="400781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-&gt; 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-&gt; 20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['nombre', 'edad']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MODELADO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diccionarios: una tabla en memoria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diccionario es un registro (una fila) y la lista los junta a todos: es la forma estándar de guardar muchos datos con nombre.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alumno se describe con varios datos: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{"nombre": "Ana", "nota": 9}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Muchos alumnos son una lista de esos diccionarios.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accede combinando: primero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lista y después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alumnos[1]["nombre"]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diferencia de las listas paralelas, cada dato viaja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su nombre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podés ordenar o borrar registros sin desalinear nada.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exactamente el formato de un archivo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 una fila de base de datos. Lo vas a usar en la Unidad 5 y en cualquier trabajo real.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88820"/>
          </a:xfrm>
          <a:prstGeom prst="roundRect">
            <a:avLst>
              <a:gd name="adj" fmla="val 551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planilla de cálculo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fila es un alumno y cada columna tiene un título: nombre, nota, asistencia. Si ordenás la planilla, la fila entera se mueve junta. La lista son las filas y las claves, los títulos de las columnas.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315200" y="3680460"/>
            <a:ext cx="4327855" cy="1458468"/>
          </a:xfrm>
          <a:prstGeom prst="roundRect">
            <a:avLst>
              <a:gd name="adj" fmla="val 62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267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267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267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353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37660"/>
            <a:ext cx="178308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749540" y="4137660"/>
            <a:ext cx="3829507" cy="89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(alumnos))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VISUAL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lista alumnos vista como una tabla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13 / 25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1650409"/>
                <a:gridCol w="1650409"/>
                <a:gridCol w="55930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"nombre"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"notas"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lee un dato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alumnos[0]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[8, 9]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alumnos[0]["nombre"]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alumnos[1]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"Luis"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[6, 5]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alumnos[1]["notas"][0]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 una columna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[a["nombre"] for a in alumnos]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["Ana", "Luis"]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accesos encadenados se leen de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izquierda a derecha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alumnos[1]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diccionario,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["notas"]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lista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número.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clase21_diccionarios_sets.py: lista de diccionarios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clase21_diccionarios_sets.py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alumno[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"promedio"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/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f"{alumno['nombre']}: {alumno['promedio']:.1f}"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comillas simples adentro del f-string? El f-string usa dobles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 fuera: adentro deben ser simples (o escapar). ¿Por que agregar el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campo promedio al dict? Es mutable: agregar claves nuevas es natural.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clave, valor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alumnos[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(clave,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"→"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valor)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L53–56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registros con las mismas claves: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notas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(una lista).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970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78736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cada vuelta,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diccionario completo.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7127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94432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diccionarios son mutables: se agrega la clave nueva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3284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31012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Comillas simples adentro porque la f-string usa dobles por fuera.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94411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L64–65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925824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el primer alumno: ya incluye el promedio agregado.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Ana: 8.5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Luis: 5.5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→ 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→ [8, 9]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 → 8.5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Conjuntos: sin repetidos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Cuántos clientes distintos hubo, quiénes cursan las dos materias, quién falta: preguntas que un set responde en una línea.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conjunto (set)?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set es una colección 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orden y sin repetidos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agregás algo que ya está, simplemente no se suma.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escribe con llaves pero sin pares: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{"Ana", "Luis"}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Ojo: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vacío es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un set vacío se crea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set(lista)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convierte una lista en conjunto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 los duplicados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una.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 dice cuántos elementos distintos hay.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tiene índices: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Su orden interno sale del hash, no del orden de carga. Si lo querés ordenado: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especialidad es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pertenencia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 in 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casi instantáneo, como en un diccionario. Se agrega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quita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discard()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álbum de figuritas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Podés tener tres veces la misma figurita en la mano, pero en el álbum va una sola vez. El álbum no te pregunta en qué orden las conseguiste: sólo si la tenés o no. Eso es un set.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 =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"ana@x"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"luis@x"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"ana@x"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unicos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(emails)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(emails),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(unicos))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"ana@x"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unicos)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SETS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Álgebra de conjuntos: unión, intersección y diferencia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dos sets podés preguntar quiénes están en alguno, en los dos, o en uno pero no en el otro, con un solo símbolo.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Unión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|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todos los que están en A, en B o en ambos, sin repetir. Es juntar las dos listas de invitados.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355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1726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Intersección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&amp;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sólo los que están en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dos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ejemplo, quienes cursan Programación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Redes.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426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2440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-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que están en A pero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B. El orden importa: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-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es lo mismo que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- 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498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3153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 simétrica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 ^ B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que están en uno solo de los dos. Es la unión menos la intersección.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dos grupos de WhatsApp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Tenés el grupo de Programación y el de Redes. ¿Quiénes están en los dos? Intersección. ¿A quiénes junto para un grupo con todos? Unión. ¿Quiénes están en Programación pero no en Redes? Diferencia.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algebra.py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"Pedro"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&amp; B))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- B),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- A))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| B))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'Marta']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['Luis'] ['Pedro']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'Luis', 'Marta', 'Pedro']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OPERACIONES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A = {"Ana", "Luis", "Marta"} y B = {"Marta", "Pedro", "Ana"}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18 / 25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1833788"/>
                <a:gridCol w="4401090"/>
                <a:gridCol w="247561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Símbolo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Pregunta que responde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|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¿Quiénes están en alguno de los dos?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Ana, Luis, Marta, Pedro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Intersección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&amp;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¿Quiénes están en los dos?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Ana, Marta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Diferencia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-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¿Quiénes están en A pero no en B?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Diferencia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- 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¿Quiénes están en B pero no en A?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Pedro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Diferencia simétrica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^ B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¿Quiénes están en uno solo?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Luis, Pedro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Pertenencia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 in 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¿Este elemento está en el conjunto?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resultados también son sets, así que pueden aparecer en otro orden. Para mostrarlos ordenados: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sorted(A | B)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clase21_diccionarios_sets.py: cruce de cursos con sets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191256"/>
          </a:xfrm>
          <a:prstGeom prst="roundRect">
            <a:avLst>
              <a:gd name="adj" fmla="val 286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clase21_diccionarios_sets.py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262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Sets: cruce de cursos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 = {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"Marta"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 = {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"Marta"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"Pedro"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"Cursan ambas:"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prog &amp; redes)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"Solo una:"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prog ^ redes)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"Todos:"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prog | redes)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¿set({"Ana"}) desde una lista con repetidos? set(lista) los elimina.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882896"/>
            <a:ext cx="6720840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497433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266944"/>
            <a:ext cx="6400800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Cursan ambas: {'Ana', 'Marta'}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una: {'Pedro', 'Luis'}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Todos: {'Marta', 'Ana', 'Pedro', 'Luis'}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(el orden dentro de cada set puede variar)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L68–69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sets de nombres. Ana y Marta aparecen en los dos.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L70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intersección: cursan Programación y también Redes.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L71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278587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diferencia simétrica: cursan una sola de las dos.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46557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L72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44728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unión: todos, sin repetir a Ana ni a Marta.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Lista, tupla, diccionario o set: cuál elegir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20 / 25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8856"/>
                <a:gridCol w="2108856"/>
                <a:gridCol w="2200545"/>
                <a:gridCol w="2475613"/>
                <a:gridCol w="220054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Característica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Tupla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Diccionario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escribe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2]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{"a": 1}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2}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¿Tiene orden?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El de carga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¿Se modifica?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Sí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¿Repetidos?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Permite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Permite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Claves únicas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Nunca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accedo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índice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l[0]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índice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t[0]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clave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d["a"]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Sólo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in 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Búsqueda con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Lenta: recorre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Lenta: recorre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Rápida (claves)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Rápida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Uso típico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Notas, carrito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Fecha, coordenada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Registro, stock, conteos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duplicados, cruces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¿Importa el orden?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Lista.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¿Busco por nombre o código?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Diccionario.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¿No se puede repetir?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¿Es un registro fijo?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Tupla.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 que no existe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corchetes, una clave ausente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print(stock["leche"])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print(stock.get("leche", 0))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como clave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claves deben ser inmutables: una lista da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{[1, 2]: "punto"}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{(1, 2): "punto"}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índice a un set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sets no tienen orden ni posiciones.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{"Ana", "Luis"}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print(s[0])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{"Ana", "Luis"}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print(sorted(s)[0])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vacío con llaves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vacío crea un diccionario, no un set.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vistos = {}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vistos.add("Ana")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vistos = set()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vistos.add("Ana")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tener un diccionario dentro de otro?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{"alumno": {"nombre": "Ana", "notas": [8, 9]}}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accede encadenando de izquierda a derecha: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datos["alumno"]["notas"][0]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repito una clave al crear el diccionario?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última pisa a la primera, sin avisar: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{"a": 1, "a": 2}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{"a": 2}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eso decimos que las claves son únicas.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¿in funciona igual en listas, sets y diccionarios?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 lo mismo, pero no tarda lo mismo. En un set o en las claves de un diccionario es casi instantáneo; en una lista recorre uno por uno.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saco repetidos y además ordeno?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sorted(set(lista))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set quita los duplicados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una lista ordenada. Por ejemplo,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sorted(set([3, 1, 3, 2]))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Diccionario con 3 datos tuyos (nombre, edad, ciudad) y recorrerlo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Traductor español→inglés de 5 palabras; consultar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avisar si no está.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Quitar los repetidos de una lista de mails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mostrar cuántos distintos hay.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Agenda: lista de diccionarios con nombre y teléfono; buscar a una persona por nombre.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cuántas veces aparece cada letra de una palabra con un diccionario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Stock: pedir un código de producto y mostrar precio y stock, o un aviso si no existe.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cursos como sets: listar quiénes cursan sólo uno de los dos y quiénes ambos.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la palabra más repetida de un texto usando el diccionario de frecuencias.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Agrupar alumnos por carrera en un diccionario de listas: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{"Software": [...]}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Codigos/clase21_diccionarios_sets.py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Probá siempre qué pasa con claves que no existen.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una analogía de por qué una tupla puede ser clave y una lista no.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una estructura anidada y preguntarle cómo llegar a un dato puntual, paso a paso.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marque búsquedas en listas de tu código que convendría hacer con set o dict.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Counter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defaultdict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haber entendido antes el patrón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claves que pueden faltar, sin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ni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Pretender ordenar un set o pedirle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sets no tienen posiciones.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un texto largo en Python. Explicame paso a paso cómo contar cuántas veces se repite cada palabra usando un diccionario y el método get() con valor por defecto 0. Mostrame un ejemplo con una frase corta.”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diccionario guarda pares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 → valor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busca por clave, no por posición.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tabla hash hace la búsqueda casi instantánea; por eso las claves son inmutables.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d[clave]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la clave debe existir;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d.get(clave, defecto)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puede faltar.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diccionarios = tabla en memoria, el formato de los datos reales.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set no tiene orden ni repetidos: ideal para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con clase21 y rehacer el carrito de la clase 20 usando diccionarios.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4, diccionarios.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Intermedio: cap. 3.5, conjuntos (pp. 13–14).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clase21_diccionarios_sets.py.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estructuras de datos y Examen Parcial 2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12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12 - Diccionarios y conjuntos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