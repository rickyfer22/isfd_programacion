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integrador y Examen Parcial 1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Juntamos todo lo de las Unidades 1 y 2, resolvemos ejercicios tipo parcial con trazado y repasamos cómo se rinde y se corrige.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2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Relacionar los temas de las Unidades 1 y 2 en un solo mapa.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la estructura adecuada para cada tipo de problema.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el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un programa antes de ejecutarlo.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Conocer el reglamento y los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de corrección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parcial.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Llegar al examen con una estrategia de tiempo y de revisión.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2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que entra en el parcial, en un solo cuadro.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425891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767523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67523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uso?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767523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estructura resuelve cada tipo de problema.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5644774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98640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986406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Ejercicios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986406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tipo parcial resueltos paso a paso con trazado.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7863657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720528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205289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Reglamento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7205289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Condiciones del examen y cómo se corrige.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9424172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9424172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</a:t>
            </a:r>
            <a:endParaRPr lang="en-US" sz="1550" dirty="0"/>
          </a:p>
        </p:txBody>
      </p:sp>
      <p:sp>
        <p:nvSpPr>
          <p:cNvPr id="26" name="Text 22"/>
          <p:cNvSpPr txBox="1"/>
          <p:nvPr/>
        </p:nvSpPr>
        <p:spPr>
          <a:xfrm>
            <a:off x="9424172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repartir el tiempo y qué errores restan más.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vimos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recorrer secuencias,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range(inicio, fin, paso)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el fin excluido, ciclos anidados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Con eso cerramos la Unidad 2: ya tenemos todas las herramientas que evalúa el Parcial 1.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de las Unidades 1 y 2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parcial no pide memorizar: pide reconocer qué herramienta usar y combinarlas bien.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entra en el Parcial 1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4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y tipos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59152"/>
            <a:ext cx="310377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variable es un nombre para un valor.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guarda: primero calcula la derecha y después asigna a la izquierda.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8218" y="1463040"/>
            <a:ext cx="351525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566818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⌨️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206898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y salida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359152"/>
            <a:ext cx="310377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siempre devuelve texto: se convierte con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Se muestra con f-strings y formato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:.2f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7797" y="1463040"/>
            <a:ext cx="351525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356397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➗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8996477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8356397" y="2359152"/>
            <a:ext cx="310377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Aritméticos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- * / // % **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comparaciones que dan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lógicos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Paréntesis para el orden.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3589020"/>
            <a:ext cx="351525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77240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🔀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1417320" y="379018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Condicionales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4485132"/>
            <a:ext cx="310377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 ejecuta </a:t>
            </a:r>
            <a:pPr algn="l" indent="0" marL="0">
              <a:buNone/>
            </a:pPr>
            <a:r>
              <a:rPr lang="en-US" sz="12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rama. Dos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separados son dos decisiones independientes.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338218" y="3589020"/>
            <a:ext cx="351525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566818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5206898" y="379018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while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4566818" y="4485132"/>
            <a:ext cx="310377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Repite </a:t>
            </a:r>
            <a:pPr algn="l" indent="0" marL="0">
              <a:buNone/>
            </a:pPr>
            <a:r>
              <a:rPr lang="en-US" sz="12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mientras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condición sea verdadera. Centinela, validación, menú. Hay que actualizar la condición adentro.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127797" y="3589020"/>
            <a:ext cx="351525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356397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🔢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8996477" y="379018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for y range</a:t>
            </a:r>
            <a:endParaRPr lang="en-US" sz="1550" dirty="0"/>
          </a:p>
        </p:txBody>
      </p:sp>
      <p:sp>
        <p:nvSpPr>
          <p:cNvPr id="31" name="Text 27"/>
          <p:cNvSpPr txBox="1"/>
          <p:nvPr/>
        </p:nvSpPr>
        <p:spPr>
          <a:xfrm>
            <a:off x="8356397" y="4485132"/>
            <a:ext cx="310377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 una secuencia o una cantidad fija de vueltas.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range(a, b)</a:t>
            </a:r>
            <a:pPr algn="l" indent="0" marL="0">
              <a:buNone/>
            </a:pPr>
            <a:r>
              <a:rPr lang="en-US" sz="12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 de a hasta b − 1. Contadores y acumuladores.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 que atraviesa todo: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→ Proceso → Salida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papel para comprobar.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DECISIÓN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herramienta uso según lo que pide el enunciado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5 / 17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300818"/>
                <a:gridCol w="2383924"/>
                <a:gridCol w="5409674"/>
              </a:tblGrid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 el enunciado dice...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Usás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 típica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"Ingresar la edad / el precio"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Casting al leer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 = float(input("Precio: "))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"Si..., si no..." con varios casos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elif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else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nota &gt;= 7: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...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elif nota &gt;= 4: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...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else: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"Ingresar datos hasta que se ingrese 0"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con centinela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Leer antes del ciclo y otra vez al final del bloque.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"Validar que esté entre 1 y 10"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 validación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 nota &lt; 1 or nota &gt; 10: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volver a pedir.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"Mostrar del 1 al N" o "N veces"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con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i in range(1, n + 1):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"Calcular el total / cuántos hay"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Acumulador / contador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 += monto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cantidad += 1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iniciados en 0 afuera.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"El mayor de los ingresados"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Variable campeona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valor &gt; mayor: mayor = valor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"El promedio"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÷ cantidad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Controlar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cantidad &gt; 0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antes de dividir.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Ejercicios tipo parcial resueltos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Resolvemos con los códigos de la cátedra y los seguimos a mano, como en el examen.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1 · CICLO CON CENTINELA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clase09_ciclo_while.py: total de ventas hasta ingresar 0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7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191256"/>
          </a:xfrm>
          <a:prstGeom prst="roundRect">
            <a:avLst>
              <a:gd name="adj" fmla="val 286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clase09_ciclo_while.py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3832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20240"/>
            <a:ext cx="6062472" cy="262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Suma de ventas hasta 0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total, cantidad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"Venta (0 termina):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monto !=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monto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cantidad +=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monto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"Venta (0 termina):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f"Total: {total} en {cantidad} ventas"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4882896"/>
            <a:ext cx="6720840" cy="1335024"/>
          </a:xfrm>
          <a:prstGeom prst="roundRect">
            <a:avLst>
              <a:gd name="adj" fmla="val 6849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4974336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266944"/>
            <a:ext cx="6400800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 (0 termina): 1500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 (0 termina): 2500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 (0 termina): 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4000.0 en 2 ventas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L37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Acumulador (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y contador (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arrancan en 0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ciclo.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L38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lectura afuera: sin ella,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monto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existe cuando el while pregunta.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L39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322783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0 es el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centinela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un valor que nunca es una venta real.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L42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88924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vuelve a leer al final del bloque: así la condición puede cambiar.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 PASO A PASO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1: seguimos las variables con 1500, 2500 y 0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8 / 17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20085"/>
                <a:gridCol w="1242575"/>
                <a:gridCol w="2307638"/>
                <a:gridCol w="1952617"/>
                <a:gridCol w="2751415"/>
                <a:gridCol w="142008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Línea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monto != 0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cantidad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Inicio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37–38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Vuelta 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39–42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1500 → lee 2500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Vuelta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39–42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2500 → lee 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False: sale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Salida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Imprime: Total: 4000.0 en 2 ventas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Fijate que el 0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suma ni se cuenta: el while pregunta antes de procesar. Si te da 3 ventas, leíste mal el orden.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2 · DECISIONES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clase08_taller_decision.py: tarifa de taxi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9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858768"/>
          </a:xfrm>
          <a:prstGeom prst="roundRect">
            <a:avLst>
              <a:gd name="adj" fmla="val 23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clase08_taller_decision.py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926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97280" y="1920240"/>
            <a:ext cx="6108192" cy="329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Tarifa de taxi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bandera 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500.0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constante del problema: se escribe MAYUSCULA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por_km 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90.0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"Kilómetros recorridos: 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noche 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"¿Viaje nocturno? (s/n): 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tarifa = bandera + km * por_km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km &lt;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tarifa = bandera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noche: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tarifa = tarifa *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1.20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f"Total del viaje: ${tarifa:.2f}"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L21–22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fijos del problema: bajada de bandera y precio por kilómetro.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L24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comparación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 "s"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ya da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noche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0251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L26–29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00685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separados: puede pasar ninguno, uno o los dos.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estaría mal.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L29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88924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Recargo del 20%: multiplicar por 1.20.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635240" y="5102352"/>
            <a:ext cx="400781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5193792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486400"/>
            <a:ext cx="368777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Kilómetros recorridos: 1.5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¿Viaje nocturno? (s/n): s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del viaje: $600.00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3 · SEGUIMIENTO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muestra? Preguntas cortas tipo parcial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10 / 17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850954"/>
                <a:gridCol w="1742098"/>
                <a:gridCol w="5501363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Código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Muestra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Razonamiento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print(17 % 5, 17 // 5)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 = 3 × 5 + 2: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el cociente entero y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lo que sobra.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print(2 + 3 * 4)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multiplicación va antes que la suma. Con paréntesis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 + 3) * 4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20.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5; y = 2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+ y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= x - 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la tercera línea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ya vale 7: 7 − 2 = 5. Las líneas se ejecutan en orden.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print(not (5 &gt; 3 and 2 &gt; 4))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&gt; 3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es True,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&gt; 4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es False;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False y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lo invierte.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print(list(range(1, 10, 3)))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4, 7]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Empieza en 1, suma 3; el 10 sería el siguiente y no entra.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print("3" + "4")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Son textos: el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los pega, no los suma.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int("7.5")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int()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no acepta un texto con punto decimal.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Resolvelas tapando las columnas de la derecha. En el examen no hay computadora para probar: el trazado es tu herramienta.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4 · WHILE CON BANDERA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clase10_taller_ciclos.py: login con 3 intentos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11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858768"/>
          </a:xfrm>
          <a:prstGeom prst="roundRect">
            <a:avLst>
              <a:gd name="adj" fmla="val 23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clase10_taller_ciclos.py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0784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12520" y="1920240"/>
            <a:ext cx="6092952" cy="329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Login con 3 intentos (bandera)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"python2026"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intentos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intentos &lt;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acceso: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"Contraseña: 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clave: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acceso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intentos +=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f"Incorrecto. Intentos restantes: {3 - intentos}"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"Acceso concedido"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acceso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"Cuenta bloqueada"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L57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Bandera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variable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recuerda si ya pasó algo (entró o no).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970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L58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78736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razones para seguir: quedan intentos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todavía no entró.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7127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L59–60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694432"/>
            <a:ext cx="3139135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clave coincide, la bandera cambia y el while corta en la próxima pregunta.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526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L62–63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508248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error suma un intento y avisa cuántos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quedan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414223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L64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4123944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solo mensaje final según cómo terminó el ciclo.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635240" y="4882896"/>
            <a:ext cx="4007815" cy="1335024"/>
          </a:xfrm>
          <a:prstGeom prst="roundRect">
            <a:avLst>
              <a:gd name="adj" fmla="val 6849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974336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266944"/>
            <a:ext cx="3687775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Contraseña: hola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Incorrecto. Intentos restantes: 2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Contraseña: python2026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 concedido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Examen Parcial 1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Saber cómo se corrige te dice dónde poner la energía: primero que funcione, después que sea robusto y prolijo.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DE CORRECCIÓN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 reparte el puntaje del parcial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13 / 17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50681"/>
                <a:gridCol w="1008583"/>
                <a:gridCol w="4217712"/>
                <a:gridCol w="3117439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se mira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sumar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Corrección lógica y algoritmo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 el programa resuelva lo que pide el enunciado y dé resultados correctos.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Leé la consigna dos veces y probá con los datos del ejemplo.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Tipos, casting y operadores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Convertir bien lo que llega de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usar el operador correcto (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Preguntate en cada dato: ¿puede tener decimales?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Robustez y validación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Validar rangos, controlar la división por cero, que no quede un ciclo infinito.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Probá con 0, negativos y los valores justo en el límite.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Legibilidad y estilo PEP 8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Nombres descriptivos en snake_case, indentación de 4 espacios, sin código muerto.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total_ventas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no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x1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aux2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Escala: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o más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mantiene la promoción;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a 6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regulariza la materia.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Condiciones del examen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14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 minutos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591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Instancia individual, presencial y obligatoria, en el laboratorio.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338218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566818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📓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206898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 permitido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3591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Apuntes propios en papel y la documentación oficial de Python instalada en la máquina.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127797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356397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8996477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Prohibido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8356397" y="23591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de IA, chats, foros y comunicación con compañeros. Usarlas anula el examen; la copia puede anular la cursada.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77240" y="42062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1417320" y="41788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 de entrega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48737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archivo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 ejercicio con el nombre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apellido_ejercicioX.py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por la plataforma o memoria USB según indique el docente.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4338218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566818" y="42062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▶️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5206898" y="41788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Tiene que ejecutar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4566818" y="48737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programa que no arranca por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puede recibir puntaje de funcionalidad. Ejecutalo antes de entregar.</a:t>
            </a:r>
            <a:endParaRPr lang="en-US" sz="1450" dirty="0"/>
          </a:p>
        </p:txBody>
      </p:sp>
      <p:sp>
        <p:nvSpPr>
          <p:cNvPr id="28" name="Shape 24"/>
          <p:cNvSpPr/>
          <p:nvPr/>
        </p:nvSpPr>
        <p:spPr>
          <a:xfrm>
            <a:off x="8127797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356397" y="42062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8996477" y="41788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algo no sale</a:t>
            </a:r>
            <a:endParaRPr lang="en-US" sz="1550" dirty="0"/>
          </a:p>
        </p:txBody>
      </p:sp>
      <p:sp>
        <p:nvSpPr>
          <p:cNvPr id="31" name="Text 27"/>
          <p:cNvSpPr txBox="1"/>
          <p:nvPr/>
        </p:nvSpPr>
        <p:spPr>
          <a:xfrm>
            <a:off x="8356397" y="48737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Dejá planteada la estructura con comentarios que expliquen tu razonamiento: se valora el planteo.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repartir los 120 minutos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15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todo (10 min)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Leé el examen completo dos veces. Subrayá qué entra, qué se calcula y qué se muestra en cada ejercicio.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3" name="Shape 9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Empezar por el fácil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665144" y="2331720"/>
            <a:ext cx="2019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Arrancá por el que más dominás para asegurar puntos y ganar confianza.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8" name="Shape 14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de 15 minutos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553048" y="2331720"/>
            <a:ext cx="2019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un ejercicio no avanza en 15 minutos, dejá la estructura comentada y pasá al siguiente.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3" name="Shape 19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(10 min)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9440951" y="2331720"/>
            <a:ext cx="2019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Ejecutá cada archivo y probá casos raros: 0, negativos, valores en el límite y el centinela primero.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 que funcione lo básico de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los puntos; los detalles de formato, al final.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errores que más puntos restan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16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convertir el input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o sumar texto: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"20" &gt; "100"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True.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input("Edad: ")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int(input("Edad: "))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Acumulador dentro del ciclo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vuelve a 0 en cada vuelta y el total nunca crece.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monto != 0: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monto != 0: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que no avanza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se vuelve a leer, la condición no cambia: ciclo infinito.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nota &lt; 1: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print("Inválida")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nota &lt; 1: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nota = int(input("Nota: "))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Dividir sin controlar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se cargó nada,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/ 0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 / cantidad)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cantidad &gt; 0: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print(total / cantidad)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parcial evalúa si sabés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y combinar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herramientas, no memoria.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50% es que el algoritmo sea correcto: leé bien la consigna.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trazado en papel es la forma de probar cuando no hay computadora.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Validá, controlá la división por cero y probá casos límite.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Nombres claros e indentación prolija también suman puntos.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Rehacer sin mirar los códigos clase04 a clase11 y resolver un simulacro completo en 90 minutos con cronómetro.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capítulos 1 a 5.</a:t>
            </a:r>
            <a:endParaRPr lang="en-US" sz="125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 de repaso: clase09_ciclo_while.py y clase10_taller_ciclos.py.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08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Funciones: parámetros, retorno y ámbito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07  ·  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07 - Repaso integrador y Examen Parcial 1</dc:title>
  <dc:subject>PptxGenJS Presentation</dc:subject>
  <dc:creator>Prof. Ricardo Fernández</dc:creator>
  <cp:lastModifiedBy>Prof. Ricardo Fernández</cp:lastModifiedBy>
  <cp:revision>1</cp:revision>
  <dcterms:created xsi:type="dcterms:W3CDTF">2026-09-14T09:55:36Z</dcterms:created>
  <dcterms:modified xsi:type="dcterms:W3CDTF">2026-09-14T09:55:36Z</dcterms:modified>
</cp:coreProperties>
</file>