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Operadores, expresiones y método de resolución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calcula y compara Python, en qué orden resuelve una cuenta y cómo ejecutar un programa en tu cabeza.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Distinguir una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expresión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una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sentencia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problemas reales.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Predecir el resultado aplicando la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precedencia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Combinar comparaciones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con el método de 4 pasos y verificar con un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Expresiones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produce un valor y qué es sólo una orden.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Aritmética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para qué sirve cada uno.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Precedencia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qué orden resuelve Python una cuenta larga.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Comparar, combinar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cortocircuito.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Entender, plantear, codificar y probar.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el programa a mano con una tabla de variables.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que una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nombre para un valor, que cada valor tiene un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que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siempre devuelve texto y hay que convertirlo, y que las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f-strings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muestran resultados prolijos.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y expresiones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Casi todo lo que hace un programa es calcular y comparar. Hoy aprendemos las herramientas para hacerlo sin sorpresas.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Expresión vs sentencia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expresión es algo que Python calcula y da un valor. Una sentencia es una orden que hace algo, pero no da un valor.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+ 3 * 4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expresión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al evaluarla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&gt; 10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también: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355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1726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14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sentencia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produce un valor,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 el estado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programa (guarda algo en memoria).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426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2440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expresiones se pueden usar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adentro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otras cosas: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&gt; 10)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funciona porque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&gt; 10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un valor.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498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3153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sentencia no: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= 5)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falla, porque la asignación no es un valor que se pueda mostrar.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🧮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 vs orden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expresión es como preguntarle algo a la calculadora: "¿cuánto es 3 × 4?" y te responde 12. Una sentencia es como decir "anotá 12 en la libreta": se hace, pero no hay respuesta que mostrar.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expresiones.py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&gt;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print() got an unexpected keyword argument 'x'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operadores aritméticos de Python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5 / 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72580"/>
                <a:gridCol w="1803970"/>
                <a:gridCol w="1533374"/>
                <a:gridCol w="1352977"/>
                <a:gridCol w="523151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Operador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Nombre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tenés que saber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+ 2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textos no suma: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pega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"7" + "2"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"72"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7 - 2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También cambia el signo: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Multiplicación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*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un texto lo repite: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"ja" * 3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"jajaja"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División real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Siempre da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aunque sea exacta: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/ 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3.0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División entera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//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Redondea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hacia abajo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Cuenta cuántas veces entra un número en otro.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Resto (módulo)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7 %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sobra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la división entera. Clave para par/impar y cifras.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Potencia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uses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en Python no es potencia (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^ 3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ARITMÉTICA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División entera y resto: // y %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responde "¿cuántas veces entra?" y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responde "¿cuánto sobra?". Son dos caras de la misma división.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división de la calculadora: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/ 12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8.333…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Útil para promedios, pero no para contar cosas enteras.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// 12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entran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veces completas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Descarta la parte decimal redondeando hacia abajo.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100 % 12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es lo que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después de armar esos 8 grupos (8 × 12 = 96, y 100 − 96 = 4).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8581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negativos,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sigue yendo hacia abajo: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-7 // 2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 una pregunta trampa clásica.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🥟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armar cajas de empanadas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Tenés 100 empanadas y cada caja lleva 12. ¿Cuántas cajas llenás? 100 // 12 = 8. ¿Cuántas quedan sueltas para comer ahora? 100 % 12 = 4. Nadie arma "8,33 cajas".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empanadas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(empanadas //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(empanadas %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USOS REALES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que se resuelven con // y %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05955"/>
                <a:gridCol w="2705955"/>
                <a:gridCol w="2074565"/>
                <a:gridCol w="36079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¿Es par?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% 2 == 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17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(es impar: sobra 1)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Última cifra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% 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472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Quitar la última cifra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// 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472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Cifra del medio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// 10 % 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472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¿Es múltiplo de 5?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% 5 == 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35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Horas en segundos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 // 3600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 = 3725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hora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Minutos que sobran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 % 3600 // 60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 = 3725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minutos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Segundos que sobran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 % 60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 = 3725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se muestra como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01:02:05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sirve tanto? Porque muchos problemas son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ciclos que se repiten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las cifras (cada 10), los minutos (cada 60), los días de la semana (cada 7).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PRECEDENCIA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qué orden resuelve Python una expresión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8 / 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853417"/>
                <a:gridCol w="2474908"/>
                <a:gridCol w="2474908"/>
                <a:gridCol w="1109442"/>
                <a:gridCol w="4181741"/>
              </a:tblGrid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Operadores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qué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 )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paréntesis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 + 3) * 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de adentro de los paréntesis se resuelve siempre primero.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potencia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3 ** 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la excepción: va de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derecha a izquierda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** 2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9 y luego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9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signo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 ** 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potencia gana: calcula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2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después le pone el signo.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10 % 3 * 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Mismo nivel: de izquierda a derecha. Primero 10 % 3 = 1, después 1 * 2.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+ 3 * 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multiplicación ya se resolvió antes que la suma.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+ 3 == 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Primero se hacen las cuentas y después se compara.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luego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luego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or False and False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va antes que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queda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or False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hace falta memorizar la tabla: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 la duda, poné paréntesis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código claro es mejor que el código "canchero".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clase05_operadores.py: calcular, comparar y par o impar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clase05_operadores.py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nota1, nota2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asignacion multiple: derecha primero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= (nota1 + nota2) /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aprobado = promedio &gt;=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comparacion -&gt; bool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2: lo que sobra de 17 = 3*5 + 2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(promedio, aprobado, resto,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**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 o impar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"Número: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%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par"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impar"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funciona? Todo par es multiplo de 2 -&gt; resto 0.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L44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 múltiple: Python evalúa toda la derecha y reparte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1122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L45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93976"/>
            <a:ext cx="3139135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paréntesis sería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nota1 + (nota2 / 2)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resultado es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la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489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930652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comparación es una expresión: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aprobado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5798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561588"/>
            <a:ext cx="3139135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= 3 × 5 + 2: el resto es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0370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018788"/>
            <a:ext cx="3139135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par es múltiplo de 2: el resto da 0.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vemos a fondo la próxima clase.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True 2 1024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Número: 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impar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clase05_operadores.py: descuento y precedencia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clase05_operadores.py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849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89660" y="1920240"/>
            <a:ext cx="611581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Descuento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"Precio: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descuento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 de descuento: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precio * 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descuento /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(1 - d/100) y no precio - precio*d/100? Son equivalentes; la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primera factoriza. 20% de descuento = quedarse con el 80% = *0.8.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f"Precio final: ${final:.2f}"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Precedencia en accion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</a:t>
            </a:r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14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L59–60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precio y porcentaje pueden tener decimales.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513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L61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33016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 de descuento = quedarse con el 80%: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1 - 20 / 100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212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L61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02992"/>
            <a:ext cx="3139135" cy="6172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hace antes que la resta, así que </a:t>
            </a:r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descuento / 100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necesita paréntesis.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366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348228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:.2f</a:t>
            </a:r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dos decimales, como un precio real.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93649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L67–68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918204"/>
            <a:ext cx="3139135" cy="441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Mismos números, distinto orden: los paréntesis cambian el resultado.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Precio: 1000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 descuento: 20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 final: $800.00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relacionales: preguntas de sí o no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operadores relacionales comparan dos valores y siempre responden con un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seis: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igual,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distinto,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menor,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mayor,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menor o igual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mayor o igual.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compara;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guarda. Se usan dos símbolos distintos justamente para que no se confundan.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permite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encadenar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como en matemática: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18 &lt;= edad &lt;= 65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equivale 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 &gt;= 18 and edad &lt;= 65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85816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texto nunca es igual a un número: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"10" == 10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Y no compares decimales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0.1 + 0.2 == 0.3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balanza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Ponés un valor en cada platillo y la balanza no te dice cuánto pesa cada uno: sólo responde si están iguales o cuál es mayor. Un operador relacional hace lo mismo: responde verdadero o falso.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 &gt;=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 ==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edad !=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edad &lt;=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LÓGICA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Operadores lógicos: and, or y not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operadores lógicos combinan varias condiciones en una sola respuesta de verdadero o falso.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(y):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si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las condiciones son verdaderas. Alcanza con que una falle para que dé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(o):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menos una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verdadera. Sólo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fallan todas.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683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450080"/>
            <a:ext cx="5879592" cy="335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(no):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invierte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valor.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931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491337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lado tiene que ser una comparación completa: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 &gt;= 18 and edad &lt; 65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nunca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 &gt;= 18 and &lt; 65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813560"/>
          </a:xfrm>
          <a:prstGeom prst="roundRect">
            <a:avLst>
              <a:gd name="adj" fmla="val 605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🎟️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puerta de un recital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entrar tenés que ser mayor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tener entrada: si falta una, no pasás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Para pagar la entrada aceptan efectivo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tarjeta: con cualquiera alcanza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505200"/>
            <a:ext cx="4327855" cy="1414272"/>
          </a:xfrm>
          <a:prstGeom prst="roundRect">
            <a:avLst>
              <a:gd name="adj" fmla="val 6466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6515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6515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6515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56006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962400"/>
            <a:ext cx="185928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757160" y="3962400"/>
            <a:ext cx="3821887" cy="84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tiene_entrada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 &gt;=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tiene_entrada)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(edad &gt;=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tiene_entrada)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tiene_entrada)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315200" y="5102352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193792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486400"/>
            <a:ext cx="400781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VERDAD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las combinaciones posibles de and, or y not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13 / 25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61988"/>
                <a:gridCol w="2161988"/>
                <a:gridCol w="2350329"/>
                <a:gridCol w="2258123"/>
                <a:gridCol w="216198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and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or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corta: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exigente (necesita todo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generoso (le alcanza con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Con dos condiciones hay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combinaciones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LÓGICA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Cortocircuito: Python deja de evaluar cuando ya sabe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evalúa de izquierda a derecha y se detiene apenas conoce el resultado final, sin mirar el resto.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and B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resultado ya es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Python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siquiera evalúa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or B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resultado ya es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tampoco evalúa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Esto permite escribir condiciones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!= 0 and 10 / n &gt; 1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nunca divide por cero, porque si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0 frena antes.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403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2203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orden importa: si ponés la división primero, se ejecuta antes del control y el programa se rompe.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🚪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control en la puerta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patovica ve que no tenés edad, no te pide la entrada: ya sabe que no pasás. Si primero te pidiera la entrada a alguien que no tiene, perdería tiempo o se armaría lío.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cortocircuito.py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!=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 &gt;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 &gt;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!=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527608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3675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66013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ZeroDivisionError: division by zero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vs is: mismo valor no es mismo objeto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pregunta si dos valores son 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iguales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pregunta si son 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objeto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memoria.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valores pueden ser iguales pero estar guardados en dos lugares distintos de la memoria.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==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compara el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es lo que querés el 99% de las veces (notas, nombres, opciones de menú).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683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45008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is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compara la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las dos etiquetas apuntan al mismo lugar (lo que muestra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id()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1755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15721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Usá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para preguntar por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(el valor "nada"):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 is None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Para todo lo demás,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👕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dos camisetas de la Selección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Vos y tu amigo tienen la misma camiseta, del mismo talle: son iguales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Pero no son la misma camiseta: si manchás la tuya, la de él sigue limpia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identidad.py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630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  <a:p>
            <a:pPr algn="r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7734300" y="4160520"/>
            <a:ext cx="384474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1000.5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"1000.5"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 b)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=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700" dirty="0"/>
          </a:p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método de resolución y trazado</a:t>
            </a:r>
            <a:endParaRPr lang="en-US" sz="3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mayoría de los errores de principiante no son de sintaxis: son problemas mal entendidos. Hoy aprendemos a pensar antes de teclear.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 de 4 pasos para resolver cualquier problema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entra y qué sale? Escribí un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con números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bruto = 100000, aportes = 17000 y neto = 83000.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Plantear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Escribí las fórmulas en castellano o en papel, sin código: "aportes es el 17% del bruto; neto es bruto menos aportes".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aportes = bruto *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0" name="Shape 16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Codificar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Recién ahora abrís VS Code. Cada dato que el enunciado pide mostrar necesita su propia variable.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507328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44488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neto = bruto - aportes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7" name="Shape 23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Ejecutá con el ejemplo del paso 1. ¿Da 83000? Probá también casos raros: bruto 0, personas 0.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paso 1 es el que más se saltea y el que más errores evita. Si no podés inventar un ejemplo con números, todavía no entendiste el problema.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clase06_taller_consolidacion.py: sueldo y cuenta con propina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clase06_taller_consolidacion.py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21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66800" y="1920240"/>
            <a:ext cx="613867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--- 1) Liquidacion de sueldo ---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bruto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"Sueldo bruto: 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aportes = bruto *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neto = bruto - aportes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f"Bruto: ${bruto:.2f} | Aportes (17%): ${aportes:.2f} | Neto: ${neto:.2f}"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 de la cuenta: 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personas =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"Cantidad de personas: 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propina = total *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cada_uno = (total + propina) / personas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f"Con propina: ${total + propina:.2f} -&gt; cada uno paga ${cada_uno:.2f}"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L28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17% = 17 / 100 =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 porcentaje siempre se usa como proporción.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L29–30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enunciado pide mostrar tres valores: cada uno tiene su variable.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Paréntesis: primero total + propina, después se reparte.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8924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personas = 0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Caso a validar.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Sueldo bruto: 100000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Bruto: $100000.00 | Aportes (17%): $17000.00 | Neto: $83000.00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 la cuenta: 12000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 de personas: 4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propina: $13200.00 -&gt; cada uno paga $3300.00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DEPURACIÓN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(dry-run): ser la computadora con lápiz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Trazar es ejecutar el programa a mano, línea por línea, anotando cuánto vale cada variable después de cada paso.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Dibujás una tabla: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columna por variable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una fila por cada línea que se ejecuta.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cada fila anotás los valores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ejecutar esa línea. Si una variable cambia, tachás el valor viejo.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Sirve para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predecir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salida sin compu (así se rinden los exámenes) y para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encontrar errores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8581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porque un programa es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con los mismos datos, siempre hace exactamente lo mismo.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anotar un partido de truco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 acordás de memoria cuántos puntos tiene cada uno: lo anotás mano por mano. Si al final algo no cierra, revisás la libreta y encontrás en qué mano se anotó mal. El trazado es esa libreta.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clase06 (líneas 45–49)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y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- y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7 5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TRAZADO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paso a paso de las líneas 45 a 49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20 / 25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92183"/>
                <a:gridCol w="2164764"/>
                <a:gridCol w="1082382"/>
                <a:gridCol w="1082382"/>
                <a:gridCol w="1082382"/>
                <a:gridCol w="469032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Línea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Instrucción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Salida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pasó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crea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todavía no existe.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crea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+ y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Primero la derecha con los valores viejos: 5 + 2 = 7. Después se guarda en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x - y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¡Ojo!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ya vale 7: 7 − 2 = 5.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print(x, y)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muestran los valores finales.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error típico está en la línea 48: usar el valor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viejo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(5) y predecir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trazado te obliga a mirar el valor actual.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en lugar de ==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 un valor; para comparar hacen falta dos signos.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= 10: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== 10: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Potencia con ^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Python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otra operación: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^ 3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^ 3)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3)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 sin paréntesis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división se resuelve antes que la suma.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= a + b / 2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= (a + b) / 2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con is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compara identidad, no contenido. Para valores,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nombre is "Ana":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nombre == "Ana":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¿-7 // 2 da -3 o -4?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división entera redondea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hacia abajo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(al entero menor), no hacia el cero. El resto acompaña: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-7 % 2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porque -4 × 2 + 1 = -7.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¿True y False son 1 y 0?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Sí: en Python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 == 1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 == 0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 + True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eso sumar comparaciones sirve para contar cuántos casos se cumplen.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¿x = x + y y x += y son lo mismo?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forma corta: primero calcula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+ y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lo guarda 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También existen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me piden trazado si la PC ejecuta sola?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examen no hay compu. Y en el trabajo, cuando un programa falla, trazar es la forma de encontrar la línea culpable.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a mano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// 7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100 % 7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verificarlo en el REPL.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año y mostrar si es múltiplo de 10.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número y mostrar su última cifra.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segundos y mostrarlos como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hh:mm:ss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:02d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 ponderado de dos parciales que valen 40% y 60%.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Sueldo con comisión del 5% sobre las ventas del mes.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Invertir un número de 3 cifras (472 → 274) usando sólo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Predecir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 3 &gt; 2 or 5 // 2 == 2 and 7 % 3 == 1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mano y comprobarlo.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la tabla de trazado de tu ejercicio de sueldo con bruto = 250000.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base: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Codigos/clase05_operadores.py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Codigos/clase06_taller_consolidacion.py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evalúe una expresión paso a paso mostrando qué se resuelve primero.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ejercicios de opción múltiple sobre precedencia para practicar.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casos de prueba con números difíciles para verificar tu trazado.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el resultado de una expresión sin haberla resuelto antes en papel.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condiciones larguísimas que no sabrías explicar en el pizarrón.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que en el examen vas a trazar sin ninguna ayuda digital.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esta expresión en Python: not (x &gt; 5 and y &lt; 10) or z == 20, con x = 6, y = 4 y z = 15. Explicame paso a paso en qué orden la evalúa Python y si hay cortocircuito. No me des sólo el resultado final.”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expresión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un valor; una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sentencia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una orden.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cuenta cuántas veces entra y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dice cuánto sobra.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350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 la duda sobre la precedencia,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paréntesis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197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9014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necesita todo verdadero,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uno alcanza; el cortocircuito protege.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6939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→ plantear → codificar → probar, y trazar para verificar.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y entregar una tabla de trazado hecha a mano de uno de los ejercicios.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3 «Operadores», pp. 16–20.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estilo PEP 8: espacios alrededor de los operadores.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clase05 y clase06.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Estructuras condicionales: if, elif y else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03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03 - Operadores, expresiones y método de resolución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