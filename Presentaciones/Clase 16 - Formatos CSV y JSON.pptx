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tiempo, mostrar el archivo sin newline="" abierto en modo binario: b"a,b\r\r\n". El \r repetido es la fila en blanco.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 CSV y JSON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Dejamos de inventar formatos: guardamos tablas en CSV y estructuras completas en JSON, y armamos un ABM que recuerda sus datos.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por qué conviene usar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 estándar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y escribir CSV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csv.reader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y cargar listas y diccionarios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Elegir entre CSV y JSON según la forma de los datos.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Aplicar el patrón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→ modificar → guardar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ABM.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no conviene inventar el formato de tus archivos.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Tablas como texto y el módulo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y diccionarios guardados tal cual.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vs JSON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Cuándo usar cada uno.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 persistente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al iniciar, trabajar en memoria, guardar.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cátedra y ejercicios por niveles.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guardamos datos en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de texto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open(..., encoding="utf-8")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modos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 in 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Y armamos un formato propio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Ana;8;9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separábamos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split(";")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Hoy vemos por qué eso se queda corto.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CSV: la tabla hecha texto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Google Sheets, bases de datos y cualquier lenguaje entienden CSV. Es el idioma común de las tablas.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usar formatos estándar?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4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formato estándar es un conjunto de reglas que todos los programas conocen, así los datos se pueden compartir sin sorpresas.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Nuestro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Ana;8;9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funciona... hasta que otro programa no sabe qué significa cada campo, o un dato trae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adentro.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Mirá el ejemplo: la dirección tiene una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 adentro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split(",")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sabe que las comillas protegen ese texto y rompe la fila en 4 pedazos.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formatos estándar ya resolvieron esos casos (comillas, saltos de línea, tildes) y Python trae módulos listos: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 extra: tu archivo lo puede abrir Excel, otro compañero en otro lenguaje o una página web.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enchufes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cada fabricante inventara su propio enchufe, nada se podría conectar en ningún lado. Como hay una norma, cualquier cargador entra en cualquier toma. CSV y JSON son la norma para que los datos "enchufen" en cualquier programa.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split_roto.py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'Ana,"Av. Rivadavia 1500, 2B",8'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(linea.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001768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09320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385816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'"Av. Rivadavia 1500', ' 2B"', '8']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CSV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es un archivo CSV por dentro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5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(valores separados por comas) es una tabla escrita como texto: cada línea es una fila y cada coma separa columnas.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línea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suele ser el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encabezado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nombres de las columnas (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nombre,direccion,nota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línea siguiente es un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 alumno, un producto) con los valores en el mismo orden que el encabezado.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817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63440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un valor tiene una coma adentro, va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 comillas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"Av. Rivadavia 1500, 2B"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Así la coma no cuenta como separador.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869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68696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nota llega como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"8"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Y no hay filas dentro de filas: sólo tablas planas.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planilla de asistencia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Arriba están los títulos de las columnas y abajo un renglón por alumno. CSV es esa planilla, pero escrita con comas en lugar de líneas dibujadas. Por eso Excel la abre y la muestra como tabla.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389888"/>
          </a:xfrm>
          <a:prstGeom prst="roundRect">
            <a:avLst>
              <a:gd name="adj" fmla="val 657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alumnos.csv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24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7795260" y="4160520"/>
            <a:ext cx="3783787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nombre,direccion,nota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Ana,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"Av. Rivadavia 1500, 2B"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Luis,San Martín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LEER CSV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csv.reader: leer sin romper las comas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6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csv.reader recorre el archivo y te entrega cada fila como una lista, respetando las comillas.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módulo viene con Python, no hay que instalar nada.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Abrís el archivo como siempre, con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se lo pasás 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csv.reader(f)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4683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45008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un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recibís cada fila como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 de textos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dirección con coma llega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solo elemento.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1755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157216"/>
            <a:ext cx="5879592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usar la nota hay que acceder por posición (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fila[2]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convertir con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Funciona, pero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fila[2]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dice qué es.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813560"/>
          </a:xfrm>
          <a:prstGeom prst="roundRect">
            <a:avLst>
              <a:gd name="adj" fmla="val 605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✂️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cortador que lee las etiquetas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en cada coma sin mirar.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csv.reader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cortador que ve las comillas como una etiqueta de "no cortar acá" y separa sólo donde corresponde.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505200"/>
            <a:ext cx="4327855" cy="1414272"/>
          </a:xfrm>
          <a:prstGeom prst="roundRect">
            <a:avLst>
              <a:gd name="adj" fmla="val 6466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6515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6515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6515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56006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leer_csv.py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962400"/>
            <a:ext cx="189738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3962400"/>
            <a:ext cx="3818077" cy="84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"alumnos.csv"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02352"/>
            <a:ext cx="432785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193792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486400"/>
            <a:ext cx="400781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['nombre', 'direccion', 'nota']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['Ana', 'Av. Rivadavia 1500, 2B', '8']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['Luis', 'San Martín 20', '6']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LEER CSV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csv.DictReader: cada fila como diccionario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7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DictReader usa la primera línea como claves y te entrega cada fila como un diccionario.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encabezado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aparece como fila: se usa para nombrar los campos.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fila["nota"]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fila[2]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código se lee solo: "el nombre", "la nota". Si mañana agregan una columna en el medio, tu programa sigue funcionando.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valores siguen siendo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fila["nota"]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"8"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Por eso convertimos con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sumar.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193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105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archivo viene de un Excel en español, puede usar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como separador: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csv.DictReader(f, delimiter=";")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formulario con casilleros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reader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tenés "el tercer dato de la fila".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tenés un formulario donde cada casillero tiene su título: "Nota: 8". No hace falta contar posiciones.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leer_dict.py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"alumnos.csv"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fila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nota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nota +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9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Luis 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ESCRIBIR CSV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csv.writer y el misterioso newline=""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8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csv.writer convierte listas en filas de CSV. Al abrir para escribir, hay que agregar newline="".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csv.writer(f)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crea un escritor.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writerow(lista)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escribe una fila;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writerows(lista_de_listas)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escribe varias. Pone comas y comillas cuando hacen falta.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 números: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escribe como texto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solo. No hace falta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módulo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termina cada fila con su propio salto de línea. En Windows, el archivo de texto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otro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quedan filas en blanco intercaladas al abrirlo en Excel.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dice 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"no toques los saltos de línea, de eso se encarga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 Va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escribas un CSV.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🧂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salar dos veces la comida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cocinero sala la olla y después el mozo también le pone sal al plato, queda incomible. El módulo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"saló" con su salto de línea: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 avisa 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no agregue el suyo.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938528"/>
          </a:xfrm>
          <a:prstGeom prst="roundRect">
            <a:avLst>
              <a:gd name="adj" fmla="val 471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escribir_csv.py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filas = [[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"salida.csv"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newline=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encoding=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csv.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writerows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herramientas del módulo csv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9 / 24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30933"/>
                <a:gridCol w="3072300"/>
                <a:gridCol w="2218883"/>
                <a:gridCol w="30723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Herramienta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Trabaja con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csv.reader(f)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 cada fila como lista.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Listas: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['Ana', '8']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 fila in csv.reader(f):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csv.DictReader(f)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Lee cada fila como diccionario usando el encabezado.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Dicts: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{'nombre': 'Ana', 'nota': '8'}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fila["nota"]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csv.writer(f)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Escribe listas como filas.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w.writerow(["Ana", 8])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csv.DictWriter(f, fieldnames=...)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Escribe diccionarios.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writeheader()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escribe el encabezado.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Dicts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w.writerow({"nombre": "Ana", "nota": 8})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delimiter=";"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Cambia el separador (Excel en español suele usar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;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Cualquiera de los anteriores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csv.reader(f, delimiter=";")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newline=""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Evita filas en blanco al escribir. Va en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open()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no en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Archivos que se escriben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open(r, "w", newline="", encoding="utf-8")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Recordá: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que se lee de un CSV es texto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Convertí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hacer cuentas.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JSON: datos con forma de Python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dentro de diccionarios, diccionarios dentro de listas: JSON los guarda y los devuelve exactamente iguales.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JSON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es un archivo JSON por dentro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11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es un formato de texto para guardar datos estructurados. Se parece muchísimo a escribir listas y diccionarios de Python.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Nació en JavaScript, pero hoy lo usan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lenguajes: es el formato de las APIs web y de muchos archivos de configuración.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(como los dict)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(como las listas). Se pueden anidar sin límite.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diferencia de CSV, los números son números y existen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formato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el tipo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estrictas: las claves y los textos van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 con comillas dobles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no se permite una coma después del último elemento.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🛵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pedido de delivery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pedido tiene cliente, dirección y una lista de productos, y cada producto tiene cantidad y aclaraciones. Eso no entra cómodo en una tabla plana, pero sí en JSON: un objeto con una lista de objetos adentro.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2212848"/>
          </a:xfrm>
          <a:prstGeom prst="roundRect">
            <a:avLst>
              <a:gd name="adj" fmla="val 413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curso.json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049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776210" y="4099560"/>
            <a:ext cx="3802837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"curso"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"Programación I"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"activo"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true,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"delegado"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null,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EQUIVALENCIAS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y JSON: cómo se traduce cada tipo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12 / 24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8856"/>
                <a:gridCol w="2017166"/>
                <a:gridCol w="3117439"/>
                <a:gridCol w="3850954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Python se escribe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el archivo queda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objeto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{"nombre": "Ana"}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{"nombre": "Ana"}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array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[8, 9]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[8, 9]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string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'hola'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(siempre comillas dobles)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number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7.5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/ false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(en minúscula)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null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tuple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array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(1, 2)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2]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⚠️ al cargar vuelve como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 existe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{1, 2}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pasalo a lista antes de guardar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Detalle: en JSON las claves son siempre texto.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{1: "a"}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guarda y al cargar vuelve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{'1': 'a'}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JSON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json.dump y json.load: guardar y cargar estructuras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13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json.dump pasa tus datos de la memoria a un archivo; json.load los lee y los reconstruye igual que estaban.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json.dump(datos, f)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recibe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guardar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qué archivo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(abierto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Convierte todo a texto JSON. Esto se llama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serializar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lee el archivo (abierto para leer) y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estructura: un dict con una lista adentro, lista para usar.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gran diferencia con los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no hay que separar líneas, ni hacer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ni convertir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Guardás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cargás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con el orden de los argumentos: en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primero van los datos y después el archivo.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mudanza bien hecha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embalar: cada cosa en su caja y con etiqueta.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desembalar en la casa nueva: el placard vuelve a tener los mismos cajones con lo mismo adentro. Nada llega mezclado.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dump_load.py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{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"a.json"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(datos, f)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"a.json"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[8, 9]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JSON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ensure_ascii e indent: JSON legible para humanos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14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parámetros opcionales hacen que el archivo se lea bien: ensure_ascii=False respeta las tildes e indent lo acomoda en renglones.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defecto, JSON escribe sólo caracteres ASCII (sin tildes):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í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guarda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\u00ed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 válido, pero ilegible si abrís el archivo.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ensure_ascii=False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escriben las letras reales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Martín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año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Por eso abrimos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encoding="utf-8"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indent=2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cada elemento va en su renglón con sangría de 2 espacios. Sin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todo queda en una sola línea larguísima.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string) hace lo mismo que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pero devuelve un texto en lugar de escribir un archivo. Sirve para ver el resultado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ticket bien impreso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ticket con todo en un renglón y códigos raros en lugar de letras tiene la información correcta, pero nadie lo entiende.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ensure_ascii=False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imprimirlo prolijo: mismo contenido, fácil de revisar.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496568"/>
          </a:xfrm>
          <a:prstGeom prst="roundRect">
            <a:avLst>
              <a:gd name="adj" fmla="val 611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20116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772400" y="4099560"/>
            <a:ext cx="3806647" cy="929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 = {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"Martín"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"año"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(dato))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(json.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(dato, ensure_ascii=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{"nombre": "Mart\u00edn", "a\u00f1o": 1}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{"nombre": "Martín", "año": 1}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clase26_taller_csv_json.py: guardar y cargar una lista de alumnos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15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49624"/>
          </a:xfrm>
          <a:prstGeom prst="roundRect">
            <a:avLst>
              <a:gd name="adj" fmla="val 23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clase26_taller_csv_json.py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2128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000" dirty="0"/>
          </a:p>
          <a:p>
            <a:pPr algn="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66800" y="1920240"/>
            <a:ext cx="6138672" cy="3282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JSON basico: guardar y cargar ---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alumnos = [{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]}, {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"Luis"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"notas"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]}]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"alumnos.json"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(alumnos, f, indent=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ensure_ascii=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"alumnos.json"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datos = json.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"Leído del archivo:"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datos)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Abrí alumnos.json con el bloc de notas: ¿parece Python? Casi: es JSON.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Diferencias: true/false/null en minuscula, y todo entre comillas dobles.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5541264"/>
            <a:ext cx="6720840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632704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925312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Leído del archivo: [{'nombre': 'Ana', 'notas': [8, 9]}, {'nombre': 'Luis', 'notas': [6, 5]}]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lista de diccionarios con listas adentro: imposible como tabla plana, natural en JSON.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L46–47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indent=2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ensure_ascii=False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L49–50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la estructura completa: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datos[0]["notas"]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[8, 9]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L52–53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Abrí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alumnos.json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el Bloc de notas: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comillas dobles.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vs JSON: ¿cuál elijo?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16 / 24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4309401"/>
                <a:gridCol w="4401090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CSV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 de los datos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Tabla plana: filas y columnas iguales.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Estructuras anidadas: listas dentro de diccionarios y al revés.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Tipos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es texto: hay que convertir con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float()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Guarda números, booleanos y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Vuelven con su tipo.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Python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csv.reader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DictReader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writer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json.dump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json.load</a:t>
                      </a:r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Quién lo abre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Excel, Google Sheets, bases de datos.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APIs web, JavaScript, archivos de configuración.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Tamaño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Más liviano: los nombres de columna aparecen una vez.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Repite las claves en cada registro.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típico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Lista de precios o asistencia para abrir en Excel.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Alumnos con varias notas; configuración de un programa.</a:t>
                      </a:r>
                      <a:endParaRPr lang="en-US" sz="14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práctica: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entra cómodo en una planilla → CSV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un registro tiene listas o datos adentro de datos →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el proyecto integrador, JSON.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 persistente en 3 pasos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17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Cargar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iniciar, leer el JSON a una lista en memoria. Si el archivo no existe es la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ejecución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arrancar con lista vacía.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3341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9178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2777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203850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Modificar en memoria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Altas, bajas y modificaciones se hacen sobre la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(rápido). El disco todavía no se toca.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582058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19218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(nuevo)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83957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49717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478317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54389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Guardar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478317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la lista completa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archivo queda igual a la memoria. Al salir y, mejor aún, después de cada cambio.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432597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69757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(productos)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Alta, Baja y Modificación (en inglés CRUD). Si el programa se corta con Ctrl+C antes de guardar, se pierde lo que no se guardó.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clase26_taller_csv_json.py: las funciones cargar y guardar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18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clase26_taller_csv_json.py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9260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097280" y="1920240"/>
            <a:ext cx="610819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--- ABM completo con persistencia ---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"productos.json"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     </a:t>
            </a:r>
            <a:pPr algn="l"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primera ejecucion: no hay datos todavia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(productos):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"productos.json"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encoding=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f: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(productos, f, indent=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ensure_ascii=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L56–59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Intenta abrir y devolver lo que haya en el JSON: una lista de productos.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L60–61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existe, no es un error grave: todavía no hay datos. Devuelve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L63–65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recibe la lista y la escribe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reemplaza la versión vieja.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L56–65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Ninguna de las dos pide datos ni imprime: sólo hablan con el disco.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clase26_taller_csv_json.py: el menú del ABM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19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clase26_taller_csv_json.py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0022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</a:t>
            </a:r>
            <a:endParaRPr lang="en-US" sz="1250" dirty="0"/>
          </a:p>
          <a:p>
            <a:pPr algn="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04900" y="1920240"/>
            <a:ext cx="610057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"\n1) Alta  2) Listado  3) Baja  4) Salir"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"Opción: 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"Producto: 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precio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"Precio: 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productos.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nombre,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"precio"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precio})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nombre 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"Producto a eliminar: 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productos = [p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productos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p[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!= nombre]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 ==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"4"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(productos)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"Datos guardados en productos.json"</a:t>
            </a:r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L68–70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Menú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 repite hasta que eligen salir.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L72–74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124456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Alta: se agrega un diccionario a la lista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memoria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8041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78587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Baja: nueva lista con los que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coinciden. Borra todos los que tengan ese nombre.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6865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L83–84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66826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salir del ciclo, se guarda: paso 3 del patrón.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Producto: Mouse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Precio: 28000.5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guardados en productos.json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20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Olvidar newline=""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Windows aparecen filas vacías entre los datos del CSV.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open(r, "w", encoding="utf-8")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open(r, "w", newline="",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encoding="utf-8")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Sumar texto del CSV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lo leído de un CSV es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"8" + 1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fila["nota"] + 1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int(fila["nota"]) + 1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vs loads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lee un archivo;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loads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lee un texto.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json.loads(f)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= json.load(f)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Precio sin validar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escriben "caro",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ABM se cae.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= float(input("$: "))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 = pedir_precio()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True + try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21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¿CSV o JSON: cuál elijo?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plana para abrir en Excel → CSV. Estructuras anidadas (listas dentro de diccionarios) o datos para una web → JSON.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hago json.load de un archivo roto?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json.JSONDecodeError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es un tipo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Pasa casi siempre cuando alguien editó el JSON a mano y dejó una coma de más o comillas simples.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guardar funciones o sets en JSON?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No: sólo dict, list, str, números, bool y None. Un set se convierte a lista antes de guardar. Así el archivo lo entiende cualquier lenguaje.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 ABM no recuerda si corto con Ctrl+C?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Porque guarda recién al salir con la opción 4; una salida brusca se saltea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guardar()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En el proyecto se guarda también después de cada alta o baja.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22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una lista de 3 alumnos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cargarla en otro programa.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Escribir la misma información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alumnos.csv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csv.writer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comparar los dos archivos.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 CSV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mostrar sólo la columna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al ABM de productos una validación de precio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 sobre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productos.json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producto más caro y promedio de precios.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la opción "Modificar precio" al menú del ABM.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Migrador: leer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alumnos.json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generar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alumnos.csv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DictWriter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(y al revés).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 después de cada alta y baja, y comprobarlo cortando con Ctrl+C.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 CSV exportado de Excel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tildes sin que se rompa nada.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Codigos/clase26_taller_csv_json.py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Ejecutalo en una carpeta de prueba: crea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alumnos.json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productos.json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23 / 24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te explique la diferencia entre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un ejemplo.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Pasarle un JSON anidado y preguntarle cómo llegar a un dato sin que salte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por qué al escribir CSV en Windows hace falta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Armar el JSON "a mano" pegando llaves y comillas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para eso está el módulo.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soluciones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bases de datos para un ABM de primer año.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el ABM completo del proyecto: en el coloquio lo tenés que explicar vos.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una lista de diccionarios de productos en Python. Explicame paso a paso cómo guardarla en JSON con indent y ensure_ascii=False, y cómo cargarla si el archivo todavía no existe. No escribas el menú: eso lo hago yo.”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Formatos estándar: cualquier programa entiende tus datos y se evitan casos raros.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= tabla plana de texto.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DictReader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leer y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newline=""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 escribir.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= listas y diccionarios guardados con su forma y sus tipos.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json.dump(datos, f)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json.load(f)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la estructura.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 persistente: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cargar → modificar en memoria → guardar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Completar la guía por niveles y agregar validación de precio al ABM de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clase26_taller_csv_json.py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«Archivos».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Documentación oficial de Python: módulos </a:t>
            </a:r>
            <a:pPr algn="l" indent="0" marL="0">
              <a:buNone/>
            </a:pP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</a:t>
            </a:r>
            <a:pPr algn="l" indent="0" marL="0">
              <a:buNone/>
            </a:pP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Codigos/clase26_taller_csv_json.py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integrador: especificación y arquitectura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16  ·  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16 - Formatos CSV y JSON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