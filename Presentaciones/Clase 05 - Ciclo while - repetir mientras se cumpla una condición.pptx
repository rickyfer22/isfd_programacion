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37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while: repetir mientras se cumpla una condición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repetir un bloque sin copiar y pegar, cómo evitar ciclos infinitos y los patrones de todo programa interactivo.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2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por qué existen los ciclos y cómo funciona </a:t>
            </a: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 los 3 ingredientes: inicializar, condición y actualizar.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</a:t>
            </a: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contadores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acumuladores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centinelas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banderas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entradas y armar menús con </a:t>
            </a: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Seguir un ciclo vuelta por vuelta con una </a:t>
            </a: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de trazado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Repetir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copiar y pegar no escala y qué resuelve un ciclo.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Anatomía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3 ingredientes del </a:t>
            </a: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bucle infinito.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Patrones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Contador, acumulador, centinela y bandera.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un dato hasta que sea correcto.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Menús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esqueleto de un programa interactivo.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Seguir el ciclo vuelta por vuelta en una tabla.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vimos las condicionales: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ejecuta un bloque sólo si la condición es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en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if/elif/else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ejecuta una sola rama, la </a:t>
            </a: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sangría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marca el bloque y un programa está probado cuando probaste todas sus ramas.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ciclo while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compu no se cansa: puede repetir lo mismo un millón de veces. Sólo hay que decirle cuándo parar.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necesitamos repetir?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ciclo repite un bloque de código mientras una condición sea verdadera, sin tener que escribirlo muchas veces.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cargar 30 ventas podrías copiar 30 veces </a:t>
            </a: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sumar. Si el enunciado pasa a 50, tenés que editar 50 líneas: un desastre.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Peor: muchas veces </a:t>
            </a: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sabés cuántas veces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hay que repetir. ¿Cuántas ventas habrá hoy en la caja? Depende del día.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condición: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lee literal: "mientras se cumpla esto, hacé este bloque". Igual que el </a:t>
            </a: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lleva dos puntos y sangría.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el tercer pilar de la programación junto con la </a:t>
            </a: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secuencia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la </a:t>
            </a: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selección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🍽️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lavar los platos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Nadie dice "lavo 12 platos": decís "mientras queden platos sucios, agarro uno y lo lavo". No sabés de antemano cuántos hay, y cada plato lavado te acerca al final. Eso es un </a:t>
            </a: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repetir.py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7449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7745730" y="4160520"/>
            <a:ext cx="383331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</a:t>
            </a: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contador &lt;= </a:t>
            </a: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"Vuelta"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contador)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+= </a:t>
            </a: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1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2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3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CÓMO FUNCIONA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hace Python en cada vuelta de un while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Evalúa la condición </a:t>
            </a:r>
            <a:r>
              <a:rPr lang="en-US" sz="16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r>
              <a:rPr lang="en-US" sz="16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entrar. Da </a:t>
            </a:r>
            <a:r>
              <a:rPr lang="en-US" sz="16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6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r>
              <a:rPr lang="en-US" sz="16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6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31520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contador &lt;= 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 True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 todo el bloque indentado, de arriba hacia abajo. Eso es </a:t>
            </a:r>
            <a:r>
              <a:rPr lang="en-US" sz="16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vuelta</a:t>
            </a:r>
            <a:r>
              <a:rPr lang="en-US" sz="16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 iteración).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3619424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"Vuelta"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contador)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+= </a:t>
            </a: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Vuelve arriba</a:t>
            </a:r>
            <a:endParaRPr lang="en-US" sz="155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el bloque no sigue de largo: </a:t>
            </a:r>
            <a:r>
              <a:rPr lang="en-US" sz="16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vuelve a la línea del while</a:t>
            </a:r>
            <a:r>
              <a:rPr lang="en-US" sz="16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pregunta de nuevo con los valores actualizados.</a:t>
            </a:r>
            <a:endParaRPr lang="en-US" sz="1650" dirty="0"/>
          </a:p>
        </p:txBody>
      </p:sp>
      <p:sp>
        <p:nvSpPr>
          <p:cNvPr id="26" name="Shape 22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7" name="Shape 23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 False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9440951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Saltea el bloque y continúa con la primera línea sin sangría después del ciclo.</a:t>
            </a:r>
            <a:endParaRPr lang="en-US" sz="1650" dirty="0"/>
          </a:p>
        </p:txBody>
      </p:sp>
      <p:sp>
        <p:nvSpPr>
          <p:cNvPr id="31" name="Shape 27"/>
          <p:cNvSpPr/>
          <p:nvPr/>
        </p:nvSpPr>
        <p:spPr>
          <a:xfrm>
            <a:off x="9395231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532391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un ciclo </a:t>
            </a: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pre-test</a:t>
            </a: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pregunta antes de ejecutar. Si la condición arranca en </a:t>
            </a: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el bloque no se ejecuta </a:t>
            </a: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 una sola vez</a:t>
            </a: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ANATOMÍA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3 ingredientes obligatorios de todo while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</a:t>
            </a: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necesita tres cosas: una variable inicializada, una condición que la use y algo adentro que la actualice.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Inicializar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variable de control tiene que tener un valor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no existe, la pregunta da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898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71544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Condición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n &gt; 0: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evalúa al principio de cada vuelta y decide si se entra o se sale.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5124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32960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Actualizar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dentro del bloque algo tiene que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cambiar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variable para que, tarde o temprano, la condición dé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12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94376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falta cualquiera de los tres, el ciclo no arranca, falla o no termina nunca. Revisalos siempre que escribas un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🎆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 cuenta de Año Nuevo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Arrancás en 10 (inicializar). Mientras no llegues a cero seguís contando (condición). Cada segundo restás uno (actualizar). Si nadie restara, estarías gritando "¡diez!" para siempre.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cuenta_regresiva.py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7449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7745730" y="4160520"/>
            <a:ext cx="383331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inicializar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&gt; </a:t>
            </a: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</a:t>
            </a: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condición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-= </a:t>
            </a: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actualizar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"¡Feliz año!"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¡Feliz año!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ERRORES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bucle infinito: cuando la condición nunca cambia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nada dentro del ciclo cambia la condición, esta sigue en </a:t>
            </a: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siempre y el programa no termina nunca.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 casi siempre por olvidar el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ingrediente 3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línea que actualiza la variable de control.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898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71544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También por una condición mal pensada: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n != 10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 += 3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arrancando en 0 pasa por 9 y 12, pero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nunca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vale 10.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5124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32960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Síntoma: la terminal se llena de texto o se queda "tildada" esperando. El programa no está roto: está haciendo exactamente lo que le dijiste.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336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15356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cortarlo: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 + C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la terminal. Python frena y muestra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KeyboardInterrupt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813560"/>
          </a:xfrm>
          <a:prstGeom prst="roundRect">
            <a:avLst>
              <a:gd name="adj" fmla="val 6050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🐹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hámster en la rueda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rueda gira y gira, pero el hámster nunca llega a ningún lado porque nada cambia su posición. Un bucle infinito corre sin avanzar hacia la salida.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505200"/>
            <a:ext cx="4327855" cy="1390498"/>
          </a:xfrm>
          <a:prstGeom prst="roundRect">
            <a:avLst>
              <a:gd name="adj" fmla="val 6576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65150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65150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65150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56006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3962400"/>
            <a:ext cx="204978" cy="82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  <a:p>
            <a:pPr marL="0" indent="0" algn="r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  <a:p>
            <a:pPr marL="0" indent="0" algn="r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  <a:p>
            <a:pPr marL="0" indent="0" algn="r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7776210" y="3962400"/>
            <a:ext cx="3802837" cy="82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contador &lt;= 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"Vuelta"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contador)</a:t>
            </a:r>
            <a:endParaRPr lang="en-US" sz="125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falta: contador += 1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7315200" y="5078578"/>
            <a:ext cx="4327855" cy="1139342"/>
          </a:xfrm>
          <a:prstGeom prst="roundRect">
            <a:avLst>
              <a:gd name="adj" fmla="val 8026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17001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462626"/>
            <a:ext cx="4007815" cy="68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1</a:t>
            </a:r>
            <a:endParaRPr lang="en-US" sz="100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1</a:t>
            </a:r>
            <a:endParaRPr lang="en-US" sz="100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 1</a:t>
            </a:r>
            <a:endParaRPr lang="en-US" sz="100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KeyboardInterrupt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PATRONES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variables que aparecen en casi todo ciclo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🔢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 </a:t>
            </a:r>
            <a:r>
              <a:rPr lang="en-US" sz="15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cuántas vueltas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casos hubo. Sube de a uno: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 += 1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Se inicializa en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del ciclo.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➕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101688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Acumulador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 </a:t>
            </a:r>
            <a:r>
              <a:rPr lang="en-US" sz="15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cambian: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+= monto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Se inicializa en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afuera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 lo ponés adentro, vuelve a 0 en cada vuelta.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🛑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Centinela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valor especial que significa "terminé": por ejemplo,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cortar la carga de ventas. Tiene que ser un valor </a:t>
            </a:r>
            <a:r>
              <a:rPr lang="en-US" sz="15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imposible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los datos reales.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233008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🚩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7101688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Bandera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</a:t>
            </a:r>
            <a:r>
              <a:rPr lang="en-US" sz="15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recuerda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algo pasó dentro del ciclo: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acceso = True</a:t>
            </a: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Sirve para decidir qué mostrar después de salir.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variables no desaparecen al terminar el ciclo: conservan su </a:t>
            </a: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último valor</a:t>
            </a: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Por eso podés mostrar el total o el contador después.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DE TRAZADO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 de las ventas: se ingresan 1500, 2000, 500 y 0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9 / 25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98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9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47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Momento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¿monto != 0?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cantidad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pasa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Antes del ciclo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inicializan total y cantidad y se lee la primera venta.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Vuelta 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Entra, suma, cuenta y lee la próxima: 2000.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Vuelta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Suma 2000 y lee 500.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Vuelta 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Suma 500 y lee 0.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 final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centinela vuelve falsa la condición: sale del ciclo.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Después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4000.0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Muestra </a:t>
                      </a: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Total: 4000.0 en 3 ventas</a:t>
                      </a: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</a:t>
            </a: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suma ni se cuenta: la pregunta se hace </a:t>
            </a: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procesar. Por eso hay 3 ventas y no 4.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clase09_ciclo_while.py: sumar ventas hasta ingresar 0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10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2971800"/>
          </a:xfrm>
          <a:prstGeom prst="roundRect">
            <a:avLst>
              <a:gd name="adj" fmla="val 3077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clase09_ciclo_while.py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3832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20240"/>
            <a:ext cx="6062472" cy="2404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Suma de ventas hasta 0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total, cantidad = </a:t>
            </a: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 = </a:t>
            </a: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"Venta (0 termina): 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monto != </a:t>
            </a: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monto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cantidad += </a:t>
            </a: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monto = </a:t>
            </a: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"Venta (0 termina): 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f"Total: {total} en {cantidad} ventas"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4663440"/>
            <a:ext cx="6720840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475488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047488"/>
            <a:ext cx="64008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 (0 termina): 1500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 (0 termina): 2000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 (0 termina): 500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 (0 termina): 0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4000.0 en 3 ventas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L37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Acumulador y contador arrancan en cero,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ciclo.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L38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12445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Ingrediente 1: se lee la primera venta para poder preguntar.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280416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L39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278587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Ingrediente 2: el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el centinela que corta la carga.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46557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L40–41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44728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acumula el monto y se cuenta una venta más.</a:t>
            </a:r>
            <a:endParaRPr lang="en-US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7635240" y="412699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L42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8503920" y="4108704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Ingrediente 3: se lee la próxima venta al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bloque.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PATRONES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Centinela y lectura con "priming"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11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no sabés cuántos datos van a llegar, leés uno antes del ciclo, lo procesás adentro y leés el siguiente al final del bloque.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patrón es </a:t>
            </a: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→ preguntar → procesar → leer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 primera lectura, antes del </a:t>
            </a: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se llama *priming* (cebar el ciclo).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lectura del final prepara la próxima pregunta. Si la ponés al principio del bloque, procesarías el centinela como un dato más.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Elegí un centinela que </a:t>
            </a: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pueda ser un dato real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edades, </a:t>
            </a: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montos de venta.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Ventaja: la persona carga todos los datos que quiera, sin avisar antes cuántos son.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🛒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 cinta de la caja del súper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cajera pasa productos uno por uno sin saber cuántos llevás. Cuando aparece la barrita divisoria, entiende que terminó tu compra. La barrita no se cobra: es el centinela.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centinela.py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7449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7745730" y="4160520"/>
            <a:ext cx="383331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"Edad (-1 termina): 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edad != -</a:t>
            </a: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"Registrada:"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edad)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edad = 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"Edad (-1 termina): 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 de la carga"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(-1 termina): 20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Registrada: 20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(-1 termina): -1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de la carga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clase09_ciclo_while.py: adivinar el número con pistas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12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584448"/>
          </a:xfrm>
          <a:prstGeom prst="roundRect">
            <a:avLst>
              <a:gd name="adj" fmla="val 2551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clase09_ciclo_while.py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383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500" dirty="0"/>
          </a:p>
          <a:p>
            <a:pPr marL="0" indent="0" algn="r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20240"/>
            <a:ext cx="6062472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Adivinar el numero con pistas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secreto = </a:t>
            </a: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intento = </a:t>
            </a: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"Adiviná el número: 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intento != secreto: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intento &lt; secreto: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 mayor"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 menor"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intento = </a:t>
            </a: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"Otro intento: 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"¡Acertaste!"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L51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 intento </a:t>
            </a:r>
            <a:r>
              <a:rPr lang="en-US" sz="11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ciclo: sin él no hay nada que comparar.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5130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L52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33016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repite </a:t>
            </a:r>
            <a:r>
              <a:rPr lang="en-US" sz="11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mientras no</a:t>
            </a: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acierte. No sabemos cuántos intentos va a necesitar.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62128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L53–56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602992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adentro: en cada vuelta se da </a:t>
            </a:r>
            <a:r>
              <a:rPr lang="en-US" sz="11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</a:t>
            </a: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pista.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1912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L57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172968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Actualizar: con el nuevo intento, la condición se vuelve a evaluar sola.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376123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L58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742944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sangría: se ejecuta recién cuando el ciclo terminó.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Adiviná el número: 50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 menor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Otro intento: 40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 mayor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Otro intento: 42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¡Acertaste!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VALIDACIÓN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entradas: pedir hasta que el dato sea correcto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13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ciclo de validación vuelve a pedir el dato mientras sea inválido. Sólo sale cuando recibe algo aceptable.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un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avisás una vez; si la persona se vuelve a equivocar, el programa sigue con un dato malo. Con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insistís las veces que haga falta.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2108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92524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condición describe el dato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inválido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 &lt; 1 or nota &gt; 10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Va con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porque alcanza con que falle una de las dos.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722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53940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Adentro: avisás el error y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volvés a pedir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Esa nueva lectura es el ingrediente 3.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336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15356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 actual: si escriben letras,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Eso se ataja con excepciones, más adelante en la cursada.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formulario web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te registrás en una app y escribís el mail sin @, no te deja avanzar: marca el error y te lo vuelve a pedir, las veces que sea. Recién con un mail válido pasás a la siguiente pantalla.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7449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marL="0" indent="0" algn="r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7745730" y="4160520"/>
            <a:ext cx="383331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(1-10): 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&lt; </a:t>
            </a: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 </a:t>
            </a: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"Valor inválido"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nota = 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(1-10): 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marL="0" indent="0" algn="l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"Aceptada:"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nota)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(1-10): 15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inválido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(1-10): 8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Aceptada: 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Taller: menús, banderas y trazado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Cajeros, apps de delivery, consolas: casi todo programa interactivo es un ciclo que espera una orden, la ejecuta y vuelve a preguntar.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PATRÓN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menú infinito: while True + break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15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repite para siempre a propósito, y </a:t>
            </a: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corta el ciclo en el momento exacto en que el usuario pide salir.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tiene una condición que nunca es falsa: por sí solo sería un bucle infinito.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03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0202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 del ciclo inmediatamente</a:t>
            </a: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sin terminar la vuelta, y sigue en la primera línea después del ciclo.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Sirve cuando la razón para salir se conoce recién </a:t>
            </a: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adentro</a:t>
            </a: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después de leer la opción. Es más claro "corré hasta que digan salir".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403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22036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el esqueleto del proyecto integrador: mostrar opciones, leer, ejecutar y volver al menú.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🏧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cajero automático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cajero muestra el menú, hace lo que pediste y vuelve a mostrar el menú, una y otra vez. Sólo cuando tocás "Finalizar" corta y te devuelve la tarjeta. Ese botón es el </a:t>
            </a: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630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  <a:p>
            <a:pPr marL="0" indent="0" algn="r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  <a:p>
            <a:pPr marL="0" indent="0" algn="r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  <a:p>
            <a:pPr marL="0" indent="0" algn="r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  <a:p>
            <a:pPr marL="0" indent="0" algn="r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  <a:p>
            <a:pPr marL="0" indent="0" algn="r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29" name="Text 25"/>
          <p:cNvSpPr txBox="1"/>
          <p:nvPr/>
        </p:nvSpPr>
        <p:spPr>
          <a:xfrm>
            <a:off x="7734300" y="4160520"/>
            <a:ext cx="384474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700" dirty="0"/>
          </a:p>
          <a:p>
            <a:pPr marL="0" indent="0" algn="l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 = </a:t>
            </a: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"1) Saludar  2) Salir: "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  <a:p>
            <a:pPr marL="0" indent="0" algn="l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 == </a:t>
            </a: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700" dirty="0"/>
          </a:p>
          <a:p>
            <a:pPr marL="0" indent="0" algn="l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700" dirty="0"/>
          </a:p>
          <a:p>
            <a:pPr marL="0" indent="0" algn="l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"¡Hola!"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  <a:p>
            <a:pPr marL="0" indent="0" algn="l">
              <a:lnSpc>
                <a:spcPts val="875"/>
              </a:lnSpc>
              <a:buNone/>
            </a:pP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"Chau"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Saludar  2) Salir: 1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¡Hola!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Saludar  2) Salir: 2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Chau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formas válidas de armar un menú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16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Condición en el while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149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salida está escrita </a:t>
            </a: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arriba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la vista.</a:t>
            </a:r>
            <a:endParaRPr lang="en-US" sz="1500" dirty="0"/>
          </a:p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que inicializar la opción antes: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opcion = ""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 la vuelta completa antes de salir.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77240" y="3867912"/>
            <a:ext cx="4907128" cy="1344168"/>
          </a:xfrm>
          <a:prstGeom prst="roundRect">
            <a:avLst>
              <a:gd name="adj" fmla="val 6803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401421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3000" y="401421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0"/>
          <p:cNvSpPr/>
          <p:nvPr/>
        </p:nvSpPr>
        <p:spPr>
          <a:xfrm>
            <a:off x="1325880" y="401421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554480" y="392277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325112"/>
            <a:ext cx="216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49680" y="4325112"/>
            <a:ext cx="437068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 = </a:t>
            </a: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endParaRPr lang="en-US" sz="14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!= </a:t>
            </a: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opcion = </a:t>
            </a: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"Opción: 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78728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True + break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07328" y="2286000"/>
            <a:ext cx="495284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hace falta inicializar la opción.</a:t>
            </a:r>
            <a:endParaRPr lang="en-US" sz="1500" dirty="0"/>
          </a:p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 </a:t>
            </a: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acto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sin ejecutar el resto de la vuelta.</a:t>
            </a:r>
            <a:endParaRPr lang="en-US" sz="1500" dirty="0"/>
          </a:p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Buscá el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saber cuándo termina.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07328" y="3593592"/>
            <a:ext cx="4907128" cy="1618488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690208" y="37398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19"/>
          <p:cNvSpPr/>
          <p:nvPr/>
        </p:nvSpPr>
        <p:spPr>
          <a:xfrm>
            <a:off x="6873088" y="37398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0"/>
          <p:cNvSpPr/>
          <p:nvPr/>
        </p:nvSpPr>
        <p:spPr>
          <a:xfrm>
            <a:off x="7055968" y="37398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84568" y="364845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617056" y="4050792"/>
            <a:ext cx="216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979768" y="4050792"/>
            <a:ext cx="437068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opcion = </a:t>
            </a: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"Opción: 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dos son correctas. Elegí una y sé prolijo: un menú </a:t>
            </a: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</a:t>
            </a: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necesita una opción de salida, o el programa no termina nunca.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clase10_taller_ciclos.py: cajero con menú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17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clase10_taller_ciclos.py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9260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20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97280" y="1920240"/>
            <a:ext cx="610819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 =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100000.0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 =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!=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"\n1) Consultar saldo  2) Depositar  3) Extraer  4) Salir"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opcion =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"Opción: 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f"Saldo: ${saldo:.2f}"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saldo +=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"Monto a depositar: 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monto =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"Monto a extraer: 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monto &gt; saldo: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"Saldo insuficiente"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saldo -= monto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"Gracias por usar el cajero"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L24–25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estado vive </a:t>
            </a: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afuera</a:t>
            </a: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ciclo: si </a:t>
            </a: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saldo</a:t>
            </a: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estuviera adentro, se reiniciaría.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2951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L26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276856"/>
            <a:ext cx="3139135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Mientras no elijan 4, el menú se repite. </a:t>
            </a: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opcion</a:t>
            </a: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arranca en </a:t>
            </a: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poder preguntar.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10896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L27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090672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</a:t>
            </a: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deja una línea en blanco para separar cada vuelta.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7246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L35–38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706368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de negocio: no se puede extraer más de lo que hay.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Opción: 2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 a depositar: 5000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Opción: 3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 a extraer: 150000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 insuficiente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Opción: 4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PATRÓN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Banderas: variables que recuerdan lo que pasó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18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bandera (flag) es una variable </a:t>
            </a: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empieza en </a:t>
            </a: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cambia a </a:t>
            </a: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cuando ocurre algo importante dentro del ciclo.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Adentro del ciclo pasan muchas cosas, pero al salir sólo quedan las variables. La bandera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la respuesta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"¿pasó tal cosa?".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2108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92524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inicializa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ciclo con el valor "todavía no pasó":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acceso = False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722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53940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ocurre el evento, se cambia: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acceso = True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Puede ser parte de la condición: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intentos &lt; 3 and not acceso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336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15356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del ciclo se consulta para decidir el mensaje final: "Acceso concedido" o "Cuenta bloqueada".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423160"/>
          </a:xfrm>
          <a:prstGeom prst="roundRect">
            <a:avLst>
              <a:gd name="adj" fmla="val 4528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🚻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 luz de "ocupado" en un avión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Nadie tiene que golpear la puerta para saber si hay alguien: la lucecita se prende cuando alguien entra y se apaga cuando sale. La bandera es esa luz: resume en un sí o no lo que pasó adentro.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DE TRAZADO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 del login: se ingresan "hola" y "python2026"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19 / 25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93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055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Momento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intentos &lt; 3 and not acceso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Entrada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intentos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Salida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Antes (líneas 55–57)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Vuelta 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and True</a:t>
                      </a: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hola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Incorrecto. Intentos restantes: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Vuelta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and True</a:t>
                      </a: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python2026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 de nuevo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and False</a:t>
                      </a: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Sale: </a:t>
                      </a: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acceso</a:t>
                      </a: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ya es falso.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Línea 64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Acceso concedido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condición se reevalúa </a:t>
            </a: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</a:t>
            </a: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final de la vuelta: aunque queden intentos, la bandera en </a:t>
            </a: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hace que el ciclo termine.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clase10_taller_ciclos.py: login con 3 intentos y bandera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20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858768"/>
          </a:xfrm>
          <a:prstGeom prst="roundRect">
            <a:avLst>
              <a:gd name="adj" fmla="val 2370"/>
            </a:avLst>
          </a:prstGeom>
          <a:solidFill>
            <a:srgbClr val="0D1117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clase10_taller_ciclos.py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0784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300" dirty="0"/>
          </a:p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300" dirty="0"/>
          </a:p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300" dirty="0"/>
          </a:p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300" dirty="0"/>
          </a:p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300" dirty="0"/>
          </a:p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300" dirty="0"/>
          </a:p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300" dirty="0"/>
          </a:p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300" dirty="0"/>
          </a:p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300" dirty="0"/>
          </a:p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300" dirty="0"/>
          </a:p>
          <a:p>
            <a:pPr marL="0" indent="0" algn="r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12520" y="1920240"/>
            <a:ext cx="6092952" cy="329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Login con 3 intentos (bandera)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 = 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"python2026"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intentos =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 = </a:t>
            </a: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intentos &lt;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acceso: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"Contraseña: 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clave: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acceso = </a:t>
            </a: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intentos +=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f"Incorrecto. Intentos restantes: {3 - intentos}"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"Acceso concedido"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acceso </a:t>
            </a: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"Cuenta bloqueada"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L56–57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 de intentos y bandera, inicializados antes del ciclo.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L58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12445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razones para seguir: quedan intentos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todavía no entró.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80416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L59–60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78587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clave coincide, se levanta la bandera.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46557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L62–63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44728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no, se cuenta el intento y se muestra </a:t>
            </a: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cuántos le quedan</a:t>
            </a: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412699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L64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4108704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del ciclo, la bandera decide el mensaje final.</a:t>
            </a:r>
            <a:endParaRPr lang="en-US" sz="1450" dirty="0"/>
          </a:p>
        </p:txBody>
      </p:sp>
      <p:sp>
        <p:nvSpPr>
          <p:cNvPr id="25" name="Shape 21"/>
          <p:cNvSpPr/>
          <p:nvPr/>
        </p:nvSpPr>
        <p:spPr>
          <a:xfrm>
            <a:off x="7635240" y="4882896"/>
            <a:ext cx="4007815" cy="1335024"/>
          </a:xfrm>
          <a:prstGeom prst="roundRect">
            <a:avLst>
              <a:gd name="adj" fmla="val 6849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974336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266944"/>
            <a:ext cx="3687775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Contraseña: hola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Incorrecto. Intentos restantes: 2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Contraseña: python2026</a:t>
            </a:r>
            <a:endParaRPr lang="en-US" sz="1300" dirty="0"/>
          </a:p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 concedido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actualizar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cambia </a:t>
            </a: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condición es </a:t>
            </a: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siempre.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 &gt; 0:</a:t>
            </a:r>
            <a:endParaRPr lang="en-US" sz="1100" dirty="0"/>
          </a:p>
          <a:p>
            <a:pPr marL="0" indent="0" algn="l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 &gt; 0:</a:t>
            </a:r>
            <a:endParaRPr lang="en-US" sz="1100" dirty="0"/>
          </a:p>
          <a:p>
            <a:pPr marL="0" indent="0" algn="l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-= 1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Acumulador adentro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Vuelve a 0 en cada vuelta y se pierde lo sumado.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monto != 0:</a:t>
            </a:r>
            <a:endParaRPr lang="en-US" sz="1100" dirty="0"/>
          </a:p>
          <a:p>
            <a:pPr marL="0" indent="0" algn="l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1100" dirty="0"/>
          </a:p>
          <a:p>
            <a:pPr marL="0" indent="0" algn="l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monto != 0: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sin inicializar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while pregunta por </a:t>
            </a: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monto</a:t>
            </a: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 que exista.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monto != 0: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 = float(input())</a:t>
            </a:r>
            <a:endParaRPr lang="en-US" sz="1100" dirty="0"/>
          </a:p>
          <a:p>
            <a:pPr marL="0" indent="0" algn="l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monto != 0: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Condición al revés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menú no corre nunca: </a:t>
            </a: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opcion</a:t>
            </a: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empieza en </a:t>
            </a: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opcion == "4":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opcion != "4":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corto un programa que no termina?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 + C</a:t>
            </a: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la terminal: Python frena y muestra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KeyboardInterrupt</a:t>
            </a: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Después revisá el ingrediente 3: ¿algo cambia la condición dentro del ciclo?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¿Cuándo uso while y cuándo for?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cuando </a:t>
            </a: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sabés</a:t>
            </a: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cuántas vueltas habrá (depende del usuario o de los datos).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cuando sí lo sabés o recorrés algo. El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vemos la próxima clase.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usar el contador después del ciclo?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Sí. Las variables siguen existiendo y guardan su último valor: el que hizo falsa la condición. En la cuenta regresiva,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termina valiendo </a:t>
            </a: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poner un while adentro de otro?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Sí, se llaman ciclos </a:t>
            </a: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anidados</a:t>
            </a: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un cajero que atiende a varios clientes, y cada cliente usa un menú. Cuidado con qué variables pertenecen a cada nivel.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los números del 1 al 10 con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 regresiva desde 10 que termine mostrando "¡Despegue!".</a:t>
            </a:r>
            <a:endParaRPr lang="en-US" sz="1500" dirty="0"/>
          </a:p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una contraseña hasta que escriban "python".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Sumar números hasta que ingresen uno negativo; mostrar cantidad y promedio.</a:t>
            </a:r>
            <a:endParaRPr lang="en-US" sz="1500" dirty="0"/>
          </a:p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Menú de 3 opciones con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una edad y repetir mientras no esté entre 0 y 120.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blurRad="88900" dist="19050" dir="5400000" algn="bl" rotWithShape="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Alcancía: depósitos hasta ingresar 0; mostrar el total y el depósito más grande.</a:t>
            </a:r>
            <a:endParaRPr lang="en-US" sz="1500" dirty="0"/>
          </a:p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Adivinar un número con máximo 5 intentos, usando una bandera.</a:t>
            </a:r>
            <a:endParaRPr lang="en-US" sz="1500" dirty="0"/>
          </a:p>
          <a:p>
            <a:pPr marL="203200" indent="-203200" algn="l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la tabla de trazado del login con tres claves incorrectas.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base: </a:t>
            </a: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Codigos/clase09_ciclo_while.py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Codigos/clase10_taller_ciclos.py</a:t>
            </a: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 algn="l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tu programa no termina, preguntarle por qué la variable de control nunca cambia.</a:t>
            </a:r>
            <a:endParaRPr lang="en-US" sz="1450" dirty="0"/>
          </a:p>
          <a:p>
            <a:pPr marL="203200" indent="-203200" algn="l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arme la tabla de trazado de las primeras vueltas para comparar con la tuya.</a:t>
            </a:r>
            <a:endParaRPr lang="en-US" sz="1450" dirty="0"/>
          </a:p>
          <a:p>
            <a:pPr marL="203200" indent="-203200" algn="l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actúe como tester y pruebe tu menú con opciones raras.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 algn="l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el cajero o el juego resuelto antes de intentar el ciclo solo.</a:t>
            </a:r>
            <a:endParaRPr lang="en-US" sz="1450" dirty="0"/>
          </a:p>
          <a:p>
            <a:pPr marL="203200" indent="-203200" algn="l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soluciones con herramientas que todavía no vimos (listas, funciones, clases).</a:t>
            </a:r>
            <a:endParaRPr lang="en-US" sz="1450" dirty="0"/>
          </a:p>
          <a:p>
            <a:pPr marL="203200" indent="-203200" algn="l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Esperar que la IA detecte tus bucles infinitos en vez de trazar el código.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“Tengo un while en Python que debería sumar números hasta que ingrese 0, pero no termina o suma mal. Sin darme el código corregido, decime cuál de los 3 ingredientes (inicializar, condición, actualizar) está fallando y cómo lo puedo comprobar con un trazado.”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repite </a:t>
            </a: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mientras</a:t>
            </a: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condición sea </a:t>
            </a: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pregunta antes de cada vuelta.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Inicializar, condición y actualizar: sin los tres no hay ciclo sano.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 cuenta, acumulador suma, centinela corta y bandera recuerda.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350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= pedir </a:t>
            </a: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mientras</a:t>
            </a: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dato sea inválido.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6939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el esqueleto de todo menú interactivo.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la guía por niveles y entregar la tabla de trazado, hecha a mano, de uno de los ejercicios con ciclo.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5, «Bucles», pp. 32–34.</a:t>
            </a:r>
            <a:endParaRPr lang="en-US" sz="1250" dirty="0"/>
          </a:p>
          <a:p>
            <a:pPr marL="203200" indent="-2032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Códigos: </a:t>
            </a:r>
            <a:r>
              <a:rPr lang="en-US" sz="12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clase09_ciclo_while.py</a:t>
            </a: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2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clase10_taller_ciclos.py</a:t>
            </a: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for, range() y ciclos anidados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05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4772</Words>
  <Application>Microsoft Office PowerPoint</Application>
  <PresentationFormat>Panorámica</PresentationFormat>
  <Paragraphs>728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Consolas</vt:lpstr>
      <vt:lpstr>Segoe UI</vt:lpstr>
      <vt:lpstr>Segoe UI Emoji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05 - Ciclo while: repetir mientras se cumpla una condición</dc:title>
  <dc:subject>PptxGenJS Presentation</dc:subject>
  <dc:creator>Prof. Ricardo Fernández</dc:creator>
  <cp:lastModifiedBy>Luciano Ramirez</cp:lastModifiedBy>
  <cp:revision>1</cp:revision>
  <dcterms:created xsi:type="dcterms:W3CDTF">2026-09-14T09:55:36Z</dcterms:created>
  <dcterms:modified xsi:type="dcterms:W3CDTF">2026-09-14T14:46:35Z</dcterms:modified>
</cp:coreProperties>
</file>