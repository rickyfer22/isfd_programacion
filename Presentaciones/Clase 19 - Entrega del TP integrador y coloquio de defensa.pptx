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README bueno y uno vacío de repos reales del curso (con permiso). El formato es Markdown: # es título, ## subtítulo.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del TP integrador y coloquio de defensa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tiene que tener tu repositorio el día de la entrega y cómo defender tu código con tus propias palabras.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que el repositorio cumple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requisitos de entrega.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78587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67584"/>
            <a:ext cx="31363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un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permita correr el proyecto sin ayuda.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0461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386328"/>
            <a:ext cx="31363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la dinámica, los tiempos y los criterios del coloquio.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02336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05072"/>
            <a:ext cx="31363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cualquier función del proyecto: qué recibe, qué hace y por qué.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64210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623816"/>
            <a:ext cx="3136392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en vivo un cambio pedido por el docente (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Code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2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de requisitos y congelamiento del código.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escribir para que cualquiera pueda correr el proyecto.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Coloquio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Tiempos, etapas y criterios de evaluación.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Code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encarar un cambio pedido en vivo.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tu código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 de 4 preguntas y práctica con la plantilla.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típicas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Respuestas modelo sobre funciones, datos, archivos y errores.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trabajamos en equipo con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Pull Requests y merge; resolvimos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borrando los marcadores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depuramos con prints y tracebacks, y refactorizamos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listado()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una 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entrega del TP integrador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proyecto que sólo funciona en tu compu y que sólo vos entendés todavía no está terminado.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DE ENTREGA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de entrega: qué se revisa y dónde está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4 / 19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34060"/>
                <a:gridCol w="4676158"/>
                <a:gridCol w="3484197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Requisito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lo verificás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la plantilla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Menú que se repite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programa no se cierra hasta elegir "Salir".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True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 documentadas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tiene docstring y hace una sola cosa.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Todas las funciones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diccionarios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registro es un dict con claves claras.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alta()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{"nombre": ..., "notas": [...]}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Validación con excepciones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Tipear letras o valores fuera de rango no rompe nada.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pedir_nota()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try/except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Persistencia en JSON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Cerrar, volver a abrir y los datos siguen ahí.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guardar()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Repositorio en GitHub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Todos los integrantes tienen commits propios.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Pestaña Commits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README completo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Otra persona clona el repo y lo corre siguiendo sólo el README.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Congelamiento (code freeze)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último commit es anterior a la hora límite.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Fecha del último commit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freeze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(congelar el código): después de la hora límite no se suben más cambios. Lo que se evalúa es lo que está 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GitHub.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README: la puerta de entrada al proyecto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5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README.md es el archivo que GitHub muestra en la portada del repositorio: explica qué es el proyecto y cómo se usa.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primera pregunta de cualquiera frente a tu repo es "¿qué es y cómo lo corro?". Si no está escrito, para esa persona el proyecto no existe.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 que tener: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y descripción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problema,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ejecutarlo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paso a paso y qué hace cada opción del menú.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Sumá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del repo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principal,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ejemplo para que la demo no arranque vacía.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 de fuego: clonar el repo en otra carpeta (o en la compu del laboratorio) y seguir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README. Si algo falta, se corrige ahí.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manual de uso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Comprás una licuadora y el manual te dice qué es cada botón y cómo enchufarla. Nadie llama al fabricante para preguntar. El README es ese manual: tu proyecto tiene que poder usarse sin que vos estés al lado.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2212848"/>
          </a:xfrm>
          <a:prstGeom prst="roundRect">
            <a:avLst>
              <a:gd name="adj" fmla="val 413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1973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7768590" y="4099560"/>
            <a:ext cx="3810457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Gestor de alumnos y notas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 de consola que guarda notas en JSON.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Integrantes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Pérez · Luis Gómez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Cómo ejecutarlo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gestor.py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coloquio de defensa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coloquio no se evalúa sólo si el programa anda: se evalúa si vos entendés lo que hiciste.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DINÁMICA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es el coloquio: 20 minutos por equipo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7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Demo (5 min)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9818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Mostrás el programa funcionando: alta, listado, persistencia (cerrar y abrir) y qué pasa con un dato inválido.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03341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4399178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62777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203850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Diseño (5 min)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27778" y="2331720"/>
            <a:ext cx="29818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Justificás decisiones: por qué funciones separadas, por qué lista de diccionarios, por qué JSON.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883957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49717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478317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054389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Preguntas y Live Code (10 min)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8478317" y="2331720"/>
            <a:ext cx="298185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integrante responde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individualmente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hace en vivo un cambio chico que pide el docente.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nota es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dos integrantes tienen que conocer todo el código, no sólo la parte que programaron. Durante el coloquio no se permite usar IA.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DE EVALUACIÓN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se evalúa y cuánto pesa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8 / 19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17439"/>
                <a:gridCol w="6693325"/>
                <a:gridCol w="128365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se mira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Funcionalidad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programa hace lo que promete, sin romperse con datos raros.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Arquitectura y persistencia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 con una responsabilidad; cargar/guardar separados; JSON limpio.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Calidad de 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Nombres claros, docstrings, validaciones, sin código repetido (PEP 8).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Defensa oral individual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Explicar con vocabulario técnico cómo viajan los datos en tu código.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Code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Resolver solo, en pantalla, la modificación pedida.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o más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parciales y coloquio: promoción.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 6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regularización.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de 4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recuperatorio en la última clase.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CODE DEFENSE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Modificar tu código en vivo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9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docente te pide un cambio chico sobre tu propio proyecto y lo resolvés en el momento, explicando lo que hacés.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pedido: "Hacé que el promedio general muestre también la nota más alta". No es un ejercicio nuevo: es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código.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ubicá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dónde va el cambio (¿qué función?), después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cambiá lo mínimo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Acá alcanza con una línea usando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Ejecutá y probá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datos. Si aparece un error, leé el traceback en voz alta: depurar con calma también suma.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Contá lo que vas haciendo: "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todas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tiene todas las notas, así que le aplico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 Pensar en voz alta muestra que entendés.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🚗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examen de manejo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alcanza con tener el auto en la puerta: el inspector te pide que estaciones o que dobles en la esquina, y lo hacés delante de él. Si el auto lo manejó siempre otro, se nota en la primera maniobra.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live_code.py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[{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]}]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todas = [n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a[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(todas) /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(todas)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 general: {prom:.2f}"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f"Nota más alta: {max(todas)}"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general: 6.50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más alta: 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explicar tu propio código: 4 preguntas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10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explicar cualquier función, respondé siempre las mismas cuatro preguntas, en este orden.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hace?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una frase y sin leer el código: "Calcula el promedio de las notas de un alumno".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459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2770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recibe?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parámetros y su tipo: "Un diccionario con la clave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es una lista de números".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378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19600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devuelve o qué modifica?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"Devuelve un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 Si modifica una lista recibida, decilo: no es lo mismo.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660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47716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está escrita así?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"Está separada para no repetir la cuenta y poder usarla como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 Esta es la que más suma.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⚽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relatar una jugada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buen relator no dice "el jugador movió la pierna": dice quién tenía la pelota, a quién se la pasó, qué resultó y por qué fue buena idea. Explicar código es relatar el recorrido de los datos.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735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7768590" y="4160520"/>
            <a:ext cx="381045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"""Promedio de las notas de un alumno."""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/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]}))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DE DEFENSA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Explicá cargar() y guardar(): la persistencia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11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"""Carga los alumnos desde el archivo JSON (o devuelve lista vacia)."""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(ARCHIVO,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primera ejecucion: archivo todavia no existe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"""Guarda todos los alumnos en el archivo JSON."""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(ARCHIVO,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(alumnos, f, indent=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ensure_ascii=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L41–43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cierra el archivo solo, aunque haya error.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arma la lista de dicts.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L44–45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ejecución: no existe el archivo →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lista vacía.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reescribe el archivo entero con la lista completa en memoria.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L50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ensure_ascii=False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"Pérez" con tilde;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indent=2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deja legible.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DE DEFENSA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Explicá pedir_nota() y alta(): validar y agregar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12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"""Pide una nota (0-10) validando con excepciones. Nunca devuelve basura."""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(mensaje))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v &lt;=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"Dato inválido"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"""Carga un alumno nuevo con sus tres notas."""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"Nombre: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notas = 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f"Nota {i}: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alumnos.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nombre,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notas})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 agregado"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L54–58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repite hasta que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una nota entre 0 y 10.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970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L56–60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78736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"hola" hace fallar 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sigue al print común.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108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892552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strip().title()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"  ana perez " se guarda como "Ana Perez".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26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L68–69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508248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comprensión llama 3 veces 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pedir_nota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cambia la lista original.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  ana perez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1: 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hola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inválido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2: 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3: 9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 DE DEFENSA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Explicá main(): el recorrido completo del dato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13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clase27_plantilla_proyecto.py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6118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165860" y="1920240"/>
            <a:ext cx="603961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"""Programa principal: menu con while."""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alumnos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"\n1) Alta  2) Listado  3) Promedio general  4) Salir"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persistir tras cada alta: anti Ctrl+C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listado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 inválida"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"Hasta luego"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L90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cargar()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sola vez: toda la sesión trabaja con la lista en memoria.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L93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texto: por eso se compara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después de cada alta: si se corta la luz, no se pierde lo cargado.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L101–104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menú;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atrapa cualquier opción inexistente.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TÍPICAS ·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y estructuras de datos: respuestas modelo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14 / 19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50409"/>
                <a:gridCol w="3667575"/>
                <a:gridCol w="577643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Respuesta modelo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diferencia hay entre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muestra en pantalla y la función devuelve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entrega el valor a quien llamó para seguir usándolo.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alta()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no tiene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la lista cambia?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 listas son mutables: la función recibe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misma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lista, no una copia, 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la modifica.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Funciones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se llama dentro de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Así se ve de dónde sale cada dato. Las variables globales esconden quién las cambia.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 una lista de diccionarios?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lista guarda muchos alumnos; cada dict nombra sus datos: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a["nombre"]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se entiende mejor que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a[0]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hace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Recibe cada alumno y devuelve el valor para comparar (su promedio).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reverse=True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ordena de mayor a menor.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TÍPICAS ·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y excepciones: respuestas modelo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15 / 19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50409"/>
                <a:gridCol w="3667575"/>
                <a:gridCol w="5776431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Respuesta modelo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¿Para qué sirve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with open(...)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Cierra el archivo solo al terminar el bloque, aunque ocurra un error. Sin cerrar, los datos pueden no escribirse.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 JSON y no un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.txt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guarda listas y diccionarios tal cual. Con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.txt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habría que partir cada línea y convertir tipos a mano.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pasa si borro el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.json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cargar()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atrapa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devuelve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el programa arranca vacío, sin romperse.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Excepciones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¿Por qué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 ValueError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no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solo?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Atrapás sólo el error que esperás. Un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genérico escondería errores de programación.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Excepciones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hace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try/except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pedir_nota()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?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Intenta convertir; si el texto no es número, en vez de cortar el programa avisa y vuelve a pedir.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memorices estas frases: usalas para chequear que podés decir lo mismo con tus palabras, señalando tu propio código.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que desaprueban el coloquio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16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🙊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poder explicar tu código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sabés cómo viajan los datos en una función de tu proyecto, se pone en duda la autoría del trabajo.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6681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🎤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06898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Uno habla, el otro calla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nota es individual. Cada integrante tiene que defender cualquier parte, también la del compañero.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356397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996477" y="16642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arranca en el laboratorio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8356397" y="23591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Probá antes clonando el repo en otra compu. Llevá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ejemplo para que la demo no esté vacía.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IA en el coloquio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Cualquier consulta a una IA durante la defensa o el Live Code la anula.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66818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206898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vacío o de uno solo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único commit el último día, o todos del mismo integrante, muestra que no hubo trabajo en equipo.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356397" y="42062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🩹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8996477" y="4178808"/>
            <a:ext cx="24636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Parchear a ciegas</a:t>
            </a:r>
            <a:endParaRPr lang="en-US" sz="1550" dirty="0"/>
          </a:p>
        </p:txBody>
      </p:sp>
      <p:sp>
        <p:nvSpPr>
          <p:cNvPr id="31" name="Text 27"/>
          <p:cNvSpPr txBox="1"/>
          <p:nvPr/>
        </p:nvSpPr>
        <p:spPr>
          <a:xfrm>
            <a:off x="8356397" y="4873752"/>
            <a:ext cx="31037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¿Un bug a último momento? No lo toques corriendo: explicá por qué ocurre y cómo lo arreglarías.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preparación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17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el último push y verificar en GitHub que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la versión final.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Clonar el repo en otra carpeta y correrlo siguiendo sólo el README.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Ensayar la demo de 5 minutos con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ejemplo cargado.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en voz alta las preguntas de las tablas señalando tu propio código.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una función que programó tu compañero usando las 4 preguntas.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Simular el coloquio completo con cronómetro: 5 + 5 + 10 minutos.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a tu compañero un cambio en vivo (ej.: contar aprobados) y resolverlo en 10 minutos.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qué pasa si el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mal escrito y cómo lo atraparías.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Anotar 5 preguntas que te harías como docente y responderlas por escrito.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 para practicar: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Codigos/clase27_plantilla_proyecto.py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(leé también su sección PREGUNTAS QUE PODRÍAN HACERTE).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para preparar la defensa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18 / 19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del coloquio: pedirle que te haga preguntas de examen sobre tu código.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Explicarle tu proyecto en 2 minutos y pedir que marque qué conceptos te faltó nombrar.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revise si tu README alcanza para correr el proyecto.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Durante el coloquio: está prohibida y anula la defensa.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Memorizar respuestas generadas: las preguntas buscan comprensión, no repetición.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Inventar si no sabés algo: mejor decir cómo lo averiguarías.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“Actuá como docente de Programación 1. Te pego la función pedir_nota() de mi proyecto. Haceme de a una 3 preguntas sobre por qué está escrita así y pedime un cambio chico para resolver en vivo. No me des las respuestas hasta que yo responda.”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evalúa lo que está en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GitHub a la hora límite.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README tiene que alcanzar para correr el proyecto sin ayuda.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Coloquio: demo, justificación del diseño, preguntas y Live Code.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Explicá con 4 preguntas: qué hace, qué recibe, qué devuelve, por qué así.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nota es individual: cada integrante conoce todo el código.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la entrega final, probar el repo clonado en otra compu y ensayar el coloquio completo con cronómetro.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clase27_plantilla_proyecto.py, sección de preguntas.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Repasar los códigos clase14 a clase26 (funciones, datos, archivos).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estilo PEP 8 (peps.python.org/pep-0008).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20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Recuperatorios y cierre de la cursada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19  ·  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19 - Entrega del TP integrador y coloquio de defensa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