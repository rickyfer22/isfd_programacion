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de texto: guardar datos que sobreviven al programa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hoy todo se borraba al cerrar el programa. Aprendemos a escribir y leer archivos para que los datos queden guardados.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qué es la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por qué la RAM no alcanza.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el modo correcto de apertura: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archivos siempre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 archivo línea por línea y limpiar cada línea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las rutas relativas y atajar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2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los datos se pierden y dónde guardarlos.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 modos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Abrir, leer, escribir, cerrar. Y el peligro de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y buffer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el archivo tiene que cerrarse sí o sí.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UTF-8 y el misterio de las tildes rotas.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líneas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 in f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Diario de clase y archivo de notas con la cátedra.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lo que puede fallar,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el tipo exacto,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el camino feliz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lo que se ejecuta siempre. Hoy las vamos a usar: abrir un archivo que no existe es un error típico de ejecución.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Persistencia: datos que no se borran</a:t>
            </a:r>
            <a:endParaRPr lang="en-US" sz="4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registro de notas que se vacía cada vez que cerrás el programa no le sirve a nadie.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pierden los datos? RAM vs disco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4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variables viven en la RAM y desaparecen al terminar el programa; un archivo vive en el disco y queda guardado.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creaste hasta ahora (variables, listas, diccionarios) está en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memoria de trabajo de la compu. Es rapidísima, pero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volátil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vacía cuando el programa termina.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Probá el ejemplo: ejecutalo dos veces. Siempre muestra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['Ana']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nunca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'Ana']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Cada ejecución arranca de cero.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guardar los datos en un lugar que sobreviva al programa: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(SSD o disco rígido), dentro de un archivo.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idea para toda la unidad: al arrancar,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archivo; al terminar o después de cada cambio,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escribirlo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📓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pizarrón y el cuaderno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pizarrón escribís rápido y cómodo, pero al terminar la clase se borra (RAM). Lo importante lo copiás en el cuaderno, que te llevás a tu casa y mañana sigue ahí (disco). Programar con archivos es pasar lo del pizarrón al cuaderno.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sin_persistencia.py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276088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3675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660136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RAM vs archivo en disco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5 / 23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7303"/>
                <a:gridCol w="3942643"/>
                <a:gridCol w="458446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Característica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RAM (variables)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 (archivos)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¿Cuánto duran los datos?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Hasta que el programa termina o se apaga la compu.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Hasta que alguien los borre.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Sobreviven a reinicios.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Velocidad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Muy rápida.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Bastante más lenta: por eso Python junta datos antes de escribir (buffer).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guarda Python ahí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Objetos: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Sólo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(en archivos de texto). Un número se guarda como caracteres.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lo usás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variables: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notas = [8, 9]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Quién lo puede ver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Sólo tu programa mientras corre.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Cualquier programa: el Bloc de notas, otro script, un compañero.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f.write(123)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falla: un archivo de texto sólo recibe texto. Hay que convertir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str(123)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una f-string.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Trabajar con un archivo: abrir, usar, cerrar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6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pide el archivo al sistema operativo y te devuelve un objeto archivo (lo llamamos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"n.txt"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texto.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pone salto de línea solo: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agregás vos.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"Ana;8\n"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leer, se abre en modo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usa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un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las líneas.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f.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Cerrar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libera el archivo y termina de guardar en el disco lo que quedaba pendiente.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mismo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sirve para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propósito: o leer o escribir. Primero cerrás y después volvés a abrir en el otro modo.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OPEN()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open(): qué archivo, para qué y con qué codificación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7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open() recibe tres datos: el nombre del archivo, el modo (leer o escribir) y el encoding (cómo traducir letras a bytes).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argumento: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archivo, como texto: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"hola.txt"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no ponés carpeta, se busca en la carpeta donde ejecutás el programa.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Segundo: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escribe,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lee. Si no lo ponés, Python asume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Tercero: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 escribimos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en un rato vemos por qué.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ejemplo el archivo se abre dos veces: una para escribir y otra para leer.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una línea en blanco extra porque el texto ya traía su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pedir un libro en la biblioteca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Decís qué libro querés (ruta), para qué (leerlo en sala o anotarle algo: el modo) y en qué idioma está (encoding). Cuando terminás, lo devolvés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 si no, nadie más lo puede usar.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abrir_cerrar.py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"hola.txt"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"Primera línea\n"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"hola.txt"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Primera línea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MODOS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Modos de apertura: r, w y 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8 / 23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53426"/>
                <a:gridCol w="2513578"/>
                <a:gridCol w="2166878"/>
                <a:gridCol w="2860279"/>
                <a:gridCol w="260025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Significa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el archivo NO existe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el archivo YA existe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típico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leer (es el modo por defecto)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lee desde el principio. No lo modifica.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Cargar datos al iniciar el programa.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"w"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escribir desde cero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Lo crea vacío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vacía entero al abrir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sin preguntar.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Guardar la versión completa y actualizada de los datos.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append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agregar al final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Lo crea vacío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 todo y escribe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después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lo último.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Registros que crecen: diario, log, historial.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clave antes de abrir: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¿quiero reemplazar todo o sumar al final?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Reemplazar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Sumar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Sólo mirar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BUFFER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buffer: por qué hay que cerrar el archivo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9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no escribe en el disco en el acto: junta el texto en memoria y lo guarda de a tandas. Cerrar fuerza ese guardado.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en el disco es lento comparado con la RAM. Si Python fuera al disco por cada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 programa que escribe mil líneas iría a paso de tortuga.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Entonces usa un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 espacio en memoria donde junta lo que escribís y lo vuelca al disco cuando se llena o cuando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cerrás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archivo.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01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8348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ejemplo, después del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archivo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mide 0 bytes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"Hola" todavía está en el buffer. Recién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pasa a medir 4.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327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1441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programa se corta antes del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 error,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podés perder datos o dejar el archivo bloqueado.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🚌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colectivo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colectivo no sale con cada pasajero que llega: espera a llenarse y hace el viaje. El buffer es la parada donde esperan tus datos.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decirle al chofer: "salí ahora con los que haya".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"b.txt"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(os.path.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getsize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"b.txt"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(os.path.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getsize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"b.txt"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+ close a mano vs with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10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Cerrar a mano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08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una excepción,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se ejecuta.</a:t>
            </a:r>
            <a:endParaRPr lang="en-US" sz="1350" dirty="0"/>
          </a:p>
          <a:p>
            <a:pPr algn="l" marL="203200" indent="-203200">
              <a:spcAft>
                <a:spcPts val="608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quedaba en el buffer puede no llegar al disco.</a:t>
            </a:r>
            <a:endParaRPr lang="en-US" sz="1350" dirty="0"/>
          </a:p>
          <a:p>
            <a:pPr algn="l" marL="203200" indent="-203200">
              <a:spcAft>
                <a:spcPts val="608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fácil olvidarse, sobre todo en funciones con varios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77240" y="3867912"/>
            <a:ext cx="4907128" cy="1344168"/>
          </a:xfrm>
          <a:prstGeom prst="roundRect">
            <a:avLst>
              <a:gd name="adj" fmla="val 680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40142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40142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40142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92277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325112"/>
            <a:ext cx="216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325112"/>
            <a:ext cx="437068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(RUTA,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with: se cierra solo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salir del bloque indentado, Python cierra el archivo y vuelca el buffer.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aunque haya un error o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adentro.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forma obligatoria en la materia.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3867912"/>
            <a:ext cx="4907128" cy="1344168"/>
          </a:xfrm>
          <a:prstGeom prst="roundRect">
            <a:avLst>
              <a:gd name="adj" fmla="val 680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40142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40142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40142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392277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325112"/>
            <a:ext cx="2125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975958" y="4325112"/>
            <a:ext cx="437449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(RUTA,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(dato)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acá f ya está cerrado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versión elegante del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clase pasada: "pase lo que pase, al terminar cerrá el archivo".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CUIDADO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peligro de "w": pisa todo lo anterior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11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"w" cuando querías agregar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7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tenía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lunes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martes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queda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miércoles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vacía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abrir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antes de escribir la primera letra.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Abrirlo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escribir nada lo deja vacío igual.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" y="4142232"/>
            <a:ext cx="4907128" cy="1069848"/>
          </a:xfrm>
          <a:prstGeom prst="roundRect">
            <a:avLst>
              <a:gd name="adj" fmla="val 854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4288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4288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4288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419709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599432"/>
            <a:ext cx="212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1245870" y="4599432"/>
            <a:ext cx="437449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(RUTA,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"miércoles\n"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"a" para sumar al final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7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tenía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lunes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queda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lunes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martes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anterior no se toca: escribe a continuación.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archivo no existe, lo crea (igual que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4142232"/>
            <a:ext cx="4907128" cy="1069848"/>
          </a:xfrm>
          <a:prstGeom prst="roundRect">
            <a:avLst>
              <a:gd name="adj" fmla="val 854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4288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4288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4288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419709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599432"/>
            <a:ext cx="212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975958" y="4599432"/>
            <a:ext cx="437449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(RUTA,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"martes\n"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clásico: un diario o registro abierto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Cada ejecución borra la historia. No hay papelera ni "deshacer".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ENCODING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encoding="utf-8": el problema de las tildes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12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disco sólo guarda bytes (números). El encoding es la tabla que dice qué número corresponde a cada letra.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letras comunes (a, b, 1, 2) valen lo mismo en casi todas las tablas. Pero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ñ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á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ü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cambian: en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UTF-8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ñ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ocupa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bytes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593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4106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guardás con una tabla y leés con otra, cada byte se traduce mal. Aparece el famoso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mojibake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AÃ±o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Año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5902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72000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Windows, si no indicás el encoding, Python puede usar otra tabla (por ejemplo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cp1252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En Linux o Mac usa UTF-8. El mismo programa da resultados distintos.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Solución: escribí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al leer y al escribir. UTF-8 es el estándar de la web y funciona igual en cualquier compu.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mensaje en clave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vos escribís con una clave y tu amigo lee con otra, las letras simples quizá coincidan, pero las especiales salen cualquier cosa. Los dos tienen que usar la misma "libreta de claves": esa libreta es el encoding.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496568"/>
          </a:xfrm>
          <a:prstGeom prst="roundRect">
            <a:avLst>
              <a:gd name="adj" fmla="val 611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1640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787640" y="4099560"/>
            <a:ext cx="3791407" cy="929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"Año, acción, pingüino"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texto.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"cp1252"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Año, acción, pingüino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AÃ±o, acciÃ³n, pingÃ¼ino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escribir y leer de verdad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diario que crece clase a clase y un archivo de notas que se lee, se procesa y se promedia.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clase25_archivos_texto.py: diario con "a" y lectura línea por línea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14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clase25_archivos_texto.py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Diario de clase: agregar con modo "a"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"diario.txt"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entrada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"Anota algo de la clase: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f"[{datetime.now():%Y-%m-%d %H:%M}] {entrada}\n"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"Guardado en diario.txt"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\n al final? write NO agrega salto: sin el, la proxima entrada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quedaria pegada en la misma linea.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Leer linea por linea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"diario.txt"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(linea.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¿Modo "r" omitido? Es el default. ¿strip()? Quita el \n de cada linea.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cada ejecución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entrada sin borrar las anteriores.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970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78736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f-string pone fecha y hora con formato. 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final separa las entradas.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108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L48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892552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fuera del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archivo ya se cerró y quedó guardado.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7246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70636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modo: Python usa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Mismo encoding con el que se escribió.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34035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L54–55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322064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 in f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una línea por vuelta;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saca 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Anota algo de la clase: Vimos with y los modos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Guardado en diario.txt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[2026-09-13 22:37] Vimos with y los modos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LECTURA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formas de leer un archivo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15 / 23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2842371"/>
                <a:gridCol w="3300818"/>
                <a:gridCol w="29340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devuelve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nombres.txt = "Ana\nLuis\n"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conviene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f.read()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el archivo en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solo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texto.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'Ana\nLuis\n'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Archivos chicos que querés ver o procesar enteros.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f.readline()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línea por llamada. Al final devuelve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''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'Ana\n'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después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'Luis\n'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después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''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Leer sólo la primera línea (por ejemplo, un encabezado).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f.readlines()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todas las líneas.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['Ana\n', 'Luis\n']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Cuando necesitás índices o saber cuántas líneas hay.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linea in f: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línea por vuelta del ciclo.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'Ana\n'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en la vuelta siguiente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'Luis\n'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forma recomendada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no carga todo en memoria, sirve para archivos gigantes.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conservan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final de cada línea. Si querés una lista ya limpia: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f.read().splitlines()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'Luis']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LÍNEAS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strip(): sacarle el salto de línea a cada línea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16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línea que leés trae pegado al final el \n invisible que la separaba de la siguiente. strip() lo quita.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archivo de texto es una tira de caracteres. Las "líneas" existen porque hay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(salto de línea) entre ellas.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leés, ese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viene incluido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ve: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'Ana\n'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común no se ve, pero está.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Consecuencias: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print(linea)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renglones en blanco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más (el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línea más el de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 == "Ana"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linea.strip()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la línea sin espacios ni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los extremos. Usala siempre antes de mostrar, comparar o separar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corte de la ticketera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ticket sale con su pedacito de corte de papel pegado. Para archivarlo prolijo, lo recortás.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tijera que saca ese borde sobrante antes de usar el dato.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strip_lineas.py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"nombres.txt"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(linea),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"-&gt;"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linea.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27608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3675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66013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'Ana\n' -&gt; 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'Luis\n' -&gt; Luis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clase25_archivos_texto.py: notas en un formato propio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17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clase25_archivos_texto.py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Notas estructuradas: escribir, leer y promediar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"notas.txt"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"Ana;8;9\n"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formato propio: nombre;nota;nota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"Luis;6;5\n"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"notas.txt"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todas = []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campos = linea.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nombre, notas = campos[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campos[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(nombre, notas,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"-&gt;"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todas.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extend agrega TODOS los elementos de la lista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"Promedio general:"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(todas) 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(todas))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inventar un formato con ;? Porque CSV (clase 26) es exactamente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esto con un modulo que lo formaliza. ¿append vs extend? append mete la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 COMO un elemento; extend vuelca los elementos sueltos.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genera el archivo completo. Cada alumno es una línea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nombre;nota;nota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7228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53996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saca el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split(";")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 los campos: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'8', '9']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8727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854452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leído es </a:t>
            </a:r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int(n)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convertimos cada nota antes de sumar.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4731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454908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suma las notas sueltas a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todas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metería la lista entera.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07365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L71–73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055364"/>
            <a:ext cx="3139135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 formato "a mano" es casi un CSV: la próxima clase lo hacemos con el módulo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[8, 9] -&gt; 8.5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 [6, 5] -&gt; 5.5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general: 7.0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RUTAS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Rutas relativas y FileNotFoundError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18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ruta relativa como "notas.txt" se busca en la carpeta desde donde ejecutás el programa, no necesariamente donde está el .py.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 relativa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"notas.txt"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"datos/notas.txt"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cuenta desde la </a:t>
            </a:r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carpeta de trabajo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que tiene abierta la terminal cuando corrés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193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01084"/>
            <a:ext cx="5879592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 absoluta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camino completo, como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"C:/Users/Ana/notas.txt"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Funciona desde cualquier lado, pero sólo en esa compu. Usá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también en Windows.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6629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abrís en modo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archivo no está ahí, Python lanza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Muchas veces el archivo existe, pero ejecutaste desde otra carpeta.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012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82996"/>
            <a:ext cx="58795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profesional: atajarlo con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decidir qué hacer. En la primera ejecución "todavía no hay datos" es algo </a:t>
            </a:r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un desastre.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dar indicaciones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"Dos cuadras a la derecha" (relativa) sirve sólo si sabés desde dónde sale la persona. "Av. San Martín 1200" (absoluta) sirve desde cualquier lugar. Si alguien arranca desde otra esquina, la indicación relativa lo lleva a otro lado.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"datos/notas.txt"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(ruta,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existe:"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ruta)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existe: datos/notas.txt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19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"w" en un registro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ejecución vacía el archivo y se pierde toda la historia.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open("diario.txt", "w", ...)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open("diario.txt", "a", ...)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el \n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agrega salto: todo queda pegado en una línea.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f.write(nombre)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f.write(nombre + "\n")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un número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acepta texto: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f.write(8)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f.write(f"{8}\n")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sin strip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línea es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'Ana\n'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nunca es igual 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linea == "Ana":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linea.strip() == "Ana":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20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leo un archivo que no existe?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 profesional es atajarlo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decidir: avisar, crear el archivo o arrancar con una lista vacía. Lo aplicamos la próxima clase.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leer y escribir a la vez con "r+"?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Existe, pero es fácil equivocarse con la posición del "cursor" dentro del archivo. Regla de la materia: un propósito por cada bloque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mi archivo se ve vacío mientras el programa corre?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lo escrito sigue en el buffer. Se vuelca al disco al cerrar: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cuando termina el bloque indentado.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¿Dónde se creó mi archivo? No lo encuentro.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carpeta de trabajo de la terminal, que puede no ser la del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Mirá la ruta que muestra la terminal antes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ejecutá desde la carpeta del proyecto.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21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3 líneas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saludo.txt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después leerlas y mostrarlas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tu nombre a un archivo existente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comprobar que no se borró nada.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cuántas líneas tiene un archivo recorriéndolo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Diario personal: cada ejecución agrega la fecha y un texto que escribe el usuario.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notas.txt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formato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nombre;nota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mostrar quién tiene la nota más alta.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el nombre de un archivo y mostrarlo, atajando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 mensaje claro.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de errores: atajar excepciones en un programa y escribirlas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errores.txt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fecha y hora.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un archivo en otro pasando cada línea a mayúsculas.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a propósito un texto con tildes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cp1252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leerlo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utf-8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explicar lo que pasa.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Codigos/clase25_archivos_texto.py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Ejecutalo desde una carpeta de prueba: crea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diario.txt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notas.txt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22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por qué conviene poner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abrir archivos en Windows.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revise si algún archivo tuyo puede quedar abierto si ocurre una excepción.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te explique la diferencia entre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 in 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código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mano cuando en la materia usamos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código que abre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un archivo con datos reales sin tener copia.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librerías como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leer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se lee en tres líneas.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“Estoy aprendiendo archivos de texto en Python. Explicame con un ejemplo corto qué es el buffer y por qué un archivo puede verse vacío si no lo cierro. Usá with y encoding utf-8, y no resuelvas mis ejercicios.”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RAM se borra al terminar; el archivo en disco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350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lee,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pisa todo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al final.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272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089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open(..., encoding="utf-8") as f: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cierra solo y evita tildes rotas.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197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014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 in f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forma de leer línea por línea.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6939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Rutas relativas se cuentan desde la carpeta de ejecución: atajá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subir los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(no los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prueba) a tu repositorio de GitHub.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«Archivos».</a:t>
            </a:r>
            <a:endParaRPr lang="en-US" sz="10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Intermedio: cap. 3.20 y 3.24 «with y gestores de contexto».</a:t>
            </a:r>
            <a:endParaRPr lang="en-US" sz="10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</a:t>
            </a:r>
            <a:pPr algn="l"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Codigos/clase25_archivos_texto.py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 CSV y JSON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15  ·  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15 - Archivos de texto: guardar datos que sobreviven al programa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