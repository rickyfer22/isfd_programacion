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Dibujar en el pizarrón los 6 casilleros con los números arriba (0 a 5) y abajo (-6 a -1) antes de pasar a la tabla.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antes de ejecutar qué va a mostrar la primera línea print. Casi todos dicen ANA: es el momento de fijar la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Cadenas de caracteres y procesamiento de texto</a:t>
            </a:r>
            <a:endParaRPr lang="en-US" sz="4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guarda Python un texto, cómo cortarlo en pedazos y cómo limpiarlo antes de usarlo.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4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caracteres con índices positivos y negativos.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1635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98064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Extraer partes de un texto con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slicing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[inicio:fin:paso]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6557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47288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por qué los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inmutables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reasignar.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11480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96512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Normalizar texto con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lower()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antes de comparar.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76402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745736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Separar y unir texto con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split()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join()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Cadenas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es un texto para Python y cómo se numeran sus letras.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056077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39770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397709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Slicing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397709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Cortar pedazos de un texto con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[inicio:fin]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90514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24677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4677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Inmutabilidad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24677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s[0] = "X"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falla y qué hacen los métodos.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75421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09584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09584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09584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compañía.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8603285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7944917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944917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7944917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Normalizar,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validar contraseñas y leer un DNI.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979398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793986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550" dirty="0"/>
          </a:p>
        </p:txBody>
      </p:sp>
      <p:sp>
        <p:nvSpPr>
          <p:cNvPr id="30" name="Text 26"/>
          <p:cNvSpPr txBox="1"/>
          <p:nvPr/>
        </p:nvSpPr>
        <p:spPr>
          <a:xfrm>
            <a:off x="9793986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típicos, dudas de aula y ejercicios por niveles.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clase pasada vimos que un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 archivo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se trae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(como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y que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guarda fotos del proyecto: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elige qué entra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toma la foto. Hoy arranca la Unidad 4: trabajar con datos más grandes, empezando por el texto.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Cadenas: texto con posiciones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 nombre, un mail, un mensaje de WhatsApp: casi todo lo que entra a un programa es texto. Hoy aprendemos a desarmarlo.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una cadena y cómo se guarda?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cadena (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es una fila de caracteres en orden, y cada uno tiene un número de posición llamado índice.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carácter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una letra, un dígito, un espacio o un símbolo.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"Hola 2"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tiene 6 caracteres: el espacio también cuenta.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 dice cuántos hay.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879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69664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carácter tiene un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índice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(su número de casillero). Se cuenta desde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el índice dice cuántos pasos hay desde el comienzo.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04748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502920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un carácter usás corchetes: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s[0]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el primero. El último está en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len(s) - 1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porque arrancamos en 0.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936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7537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pedís un índice que no existe, como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s[6]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Python frena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IndexError: string index out of range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🚃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Pensalo como los vagones de un tren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vagón lleva una letra y tiene su número pintado. Si la numeración empieza en 0, un tren de 6 vagones va del 0 al 5. Pedir el vagón 6 es buscar uno que no existe: por eso Python se queja.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indices.py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(s))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s[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(s) -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n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VISUAL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Índices positivos y negativos de s = "Python"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5 / 25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833788"/>
                <a:gridCol w="2200545"/>
                <a:gridCol w="2200545"/>
                <a:gridCol w="4859537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Carácter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Índice positivo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Índice negativo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lo leo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-6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s[0]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o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s[-6]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el primero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s[1]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o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s[-5]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-4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s[2]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o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s[-4]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-3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s[3]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o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s[-3]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s[4]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o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s[-2]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el anteúltimo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s[5]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o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s[-1]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el último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negativos cuentan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desde el final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Existen porque "la última letra" es una pregunta muy común: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s[-1]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más claro que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s[len(s) - 1]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SLICING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Slicing: cortar un pedazo del texto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6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914400"/>
          </a:xfrm>
          <a:prstGeom prst="roundRect">
            <a:avLst>
              <a:gd name="adj" fmla="val 10000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s[inicio:fin]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sacás una porción del texto: desde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inicio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incluido hasta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sin incluir.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65176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035808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s[0:3]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toma los índices 0, 1 y 2: da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"Pyt"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El 3 marca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dónde cortar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 se lleva esa letra.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76123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742944"/>
            <a:ext cx="5879592" cy="8229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omitís el inicio, arranca desde el principio: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s[:3]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 omitís el fin, llega hasta el final: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s[3:]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"hon"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1220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93920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el fin no se incluye? Para que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s[:3] + s[3:]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vuelva a armar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sin perder ni repetir letras.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193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01056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Hay un tercer número, el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s[::2]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salta de a dos y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s[::-1]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recorre al revés, o sea, invierte el texto.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🥖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cortar un pan con rayitas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Imaginá rayitas numeradas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las rodajas.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s[1:4]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"cortá en la rayita 1 y en la 4": te llevás lo que quedó en el medio. La rodaja que está después de la rayita 4 no viene.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slicing.py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s[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:])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(s[-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:])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(s[::-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 hon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hon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nohtyP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SLICING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s = "Python": qué da cada corte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7 / 25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017166"/>
                <a:gridCol w="2017166"/>
                <a:gridCol w="706008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Expresión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Resultado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 qué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s[1:4]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"yth"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Índices 1, 2 y 3. El 4 no entra.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s[:2]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"Py"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 inicio: empieza en 0. Sirve para "los primeros N".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s[2:]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"thon"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 fin: llega hasta la última letra.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s[-2:]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"on"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Los dos últimos. Ideal para terminaciones.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s[::2]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"Pto"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Paso 2: toma una letra sí y otra no.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s[::-1]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"nohtyP"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Paso negativo: recorre al revés. Así se detecta un palíndromo.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s[2:2]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Inicio igual a fin: no hay nada en el medio, cadena vacía.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s[0:100]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"Python"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un corte, pasarse del largo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da error: corta donde termina.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s[100]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IndexError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pero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s[0:100]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no. El índice suelto exige que exista; el corte se adapta.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MEMORIA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Inmutabilidad: los textos no se modifican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8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cadena, una vez creada, no cambia nunca. Cada método crea una cadena nueva y la original queda igual.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escribís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s[0] = 'J'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Python responde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los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permiten cambiar un carácter por su índice.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0507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86784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nombre.upper()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toca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fabrica un texto nuevo en mayúsculas. Si no lo guardás en una variable, se pierde.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817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63440"/>
            <a:ext cx="5879592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eso el patrón es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reasignar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 = nombre.upper()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La etiqueta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pasa a apuntar al texto nuevo.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35838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340096"/>
            <a:ext cx="5879592" cy="7772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Python lo hizo así?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un texto usado como clave no cambia de golpe. Y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eficiencia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puede compartir textos iguales sin riesgo.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12620"/>
          </a:xfrm>
          <a:prstGeom prst="roundRect">
            <a:avLst>
              <a:gd name="adj" fmla="val 5737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🪧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cartel ya impreso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el cartel de un local dice "Pizeria", no podés agregar la letra que falta con la mano: imprimís un cartel nuevo que dice "Pizzería" y lo colgás en lugar del viejo. Los métodos de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siempre imprimen un cartel nuevo.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315200" y="3604260"/>
            <a:ext cx="4327855" cy="1534668"/>
          </a:xfrm>
          <a:prstGeom prst="roundRect">
            <a:avLst>
              <a:gd name="adj" fmla="val 595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7505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7505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7505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6591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inmutable.py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061460"/>
            <a:ext cx="197358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7768590" y="4061460"/>
            <a:ext cx="3810457" cy="967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=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nombre.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(nombre)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= nombre.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(nombre)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MÉTODOS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 clave de las cadenas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9 / 25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83924"/>
                <a:gridCol w="3667575"/>
                <a:gridCol w="3575886"/>
                <a:gridCol w="146703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Método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hace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Ejemplo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Resultado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strip()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Quita espacios y saltos de línea de los bordes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  Ana ".strip()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"Ana"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lower()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upper()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Todo a minúsculas / mayúsculas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"HoLa".lower()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"hola"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title()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Mayúscula al inicio de cada palabra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"juan perez".title()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"Juan Perez"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replace(a, b)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Cambia cada aparición de a por b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"38.555.123".replace(".", "")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"38555123"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find(sub)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Posición de la primera aparición;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si no está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"hola mundo".find("mundo")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count(sub)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Cuántas veces aparece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"banana".count("a")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startswith(x)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¿Empieza con x? Da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o 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"549351".startswith("54")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isdigit()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¿Son todos dígitos?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"2026".isdigit()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3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Todos devuelven un valor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nuevo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split()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join()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los vemos en el taller, porque merecen su propia explicación.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clase17_cadenas.py: normalizar, cortar y buscar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10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630168"/>
          </a:xfrm>
          <a:prstGeom prst="roundRect">
            <a:avLst>
              <a:gd name="adj" fmla="val 251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clase17_cadenas.py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7736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82040" y="1920240"/>
            <a:ext cx="6123432" cy="306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frase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Programación en Python  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limpia = frase.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normalizar: espacios + minusculas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palabras = limpia.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(frase[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(palabras),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limpia)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 mundo"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 s.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"mundo"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s.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"mundo"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5321808"/>
            <a:ext cx="6720840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541324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5705856"/>
            <a:ext cx="64008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Progr 3 True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 MUNDO hola Python 5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L46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Encadenar: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texto nuevo y sobre ese se aplica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lower()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L47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234543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sin argumento separa por espacios: da una lista de 3 palabras.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7635240" y="32461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L48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3227832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frase[0:7]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hace sobre la frase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sucia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por eso sale con 2 espacios.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412851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L54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8503920" y="4110228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cambia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find("mundo")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5 porque se cuenta desde 0.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clase17_cadenas.py: formato en columnas e inmutabilidad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11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410712"/>
          </a:xfrm>
          <a:prstGeom prst="roundRect">
            <a:avLst>
              <a:gd name="adj" fmla="val 2681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clase17_cadenas.py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77368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82040" y="1920240"/>
            <a:ext cx="6123432" cy="284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producto, precio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"Teclado"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12500.5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f"|{producto:&lt;12}|${precio:&gt;10.2f}|"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¿Por que los pipes |? Solo visual: separan columnas y delatan desalineos.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(nombre.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upper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(nombre)  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sigue "ana": la original JAMAS cambio.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5102352"/>
            <a:ext cx="6720840" cy="1115568"/>
          </a:xfrm>
          <a:prstGeom prst="roundRect">
            <a:avLst>
              <a:gd name="adj" fmla="val 8197"/>
            </a:avLst>
          </a:prstGeom>
          <a:solidFill>
            <a:srgbClr val="010409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5193792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5486400"/>
            <a:ext cx="640080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|Teclado     |$  12500.50|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L57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8503920" y="1463040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Asignación múltiple: dos variables en una sola línea.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7635240" y="214274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L58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212445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:&lt;12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reserva 12 lugares a la izquierda;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:&gt;10.2f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10 a la derecha con 2 decimales.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7635240" y="30251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L62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8503920" y="3006852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upper()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se imprime, pero no se guarda en ninguna variable.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39075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L63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8503920" y="3889248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sigue siendo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la cadena original jamás cambió.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RECORRER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Recorrer un texto letra por letra con for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12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sobre una cadena te entrega sus caracteres de a uno, en orden, sin que tengas que manejar índices.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letra in texto: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cada vuelta guarda el siguiente carácter en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letra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 el texto tiene 22 caracteres, el ciclo da 22 vueltas.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650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46804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Adentro usás un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acumulador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(una variable que va sumando), como en la Unidad 2: arranca en 0 y suma 1 cuando la letra cumple la condición.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50017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983480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letra in "aeiou"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pregunta si esa letra está dentro del texto de vocales. Con cadenas,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busca pertenencia y da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327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14416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Normalizá antes con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lower()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si no, la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mayúscula no está en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"aeiou"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contás mal. Y no te olvides de las vocales con tilde.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🍬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revisar una bolsa de caramelos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Sacás los caramelos de a uno, te fijás si es de frutilla y, si lo es, sumás uno a la cuenta. No te importa en qué posición estaba: 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 los va dando hasta vaciar la bolsa.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655064"/>
          </a:xfrm>
          <a:prstGeom prst="roundRect">
            <a:avLst>
              <a:gd name="adj" fmla="val 552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vocales.py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935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764780" y="4160520"/>
            <a:ext cx="3814267" cy="108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"Programación en Python"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vocales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letra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texto.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letra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"aeiouáéíóú"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vocales +=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"Vocales:"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vocales)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Vocales: 7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Taller: procesamiento de texto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usuarios escriben con espacios de más, mayúsculas mezcladas y puntos donde no van. El programa tiene que entenderlos igual.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TALLER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 de oro: normalizar primero, comparar después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14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comparar o guardar un texto, lo limpiás siempre igual: sin espacios en los bordes y con las mayúsculas unificadas.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Python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 Ana 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textos distintos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Para el usuario son la misma persona.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llevar todo a un formato común: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saca los espacios invisibles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lower()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title()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unifica mayúsculas.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341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15840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hace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la entrada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apenas llega el dato: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input("Nombre: ").strip().lower()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Así el resto del programa trabaja con datos limpios.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936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7537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mayoría de los errores con texto son comparaciones sin normalizar: 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nadie entiende por qué.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🧦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doblar la ropa antes de guardarla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guardás las medias hechas un bollo, después no encontrás el par. Si primero las doblás igual, las comparás de un vistazo. Normalizar es doblar el texto antes de guardarlo.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435608"/>
          </a:xfrm>
          <a:prstGeom prst="roundRect">
            <a:avLst>
              <a:gd name="adj" fmla="val 636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normalizar.py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087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780020" y="4160520"/>
            <a:ext cx="3799027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ANA "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(entrada ==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limpia = entrada.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(limpia ==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TALLER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split() y join(): de texto a lista y de lista a texto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15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split()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corta un texto en una lista de pedazos;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join()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hace lo contrario: pega una lista de textos con un separador.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"el profe dijo hola".split()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["el", "profe", "dijo", "hola"]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Una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una colección ordenada: la vemos a fondo la clase que viene.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1650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46804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separador: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"38.555.123-4".split("-")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["38.555.123", "4"]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Cada pedazo se usa por índice: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partes[0]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partes[1]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960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777740"/>
            <a:ext cx="58795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escribe al revés de lo que esperás: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"-".join(lista)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El método es del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separador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porque es él quien sabe cómo pegar.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2696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08676"/>
            <a:ext cx="5879592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Juntos resuelven casi todo: separás, procesás cada parte y volvés a unir. Contar palabras es tan simple como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len(texto.split())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50720"/>
          </a:xfrm>
          <a:prstGeom prst="roundRect">
            <a:avLst>
              <a:gd name="adj" fmla="val 562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🍕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cortar y armar una pizza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2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split()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el cortapizza: de una pizza entera saca porciones.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join()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volver a juntarlas en la bandeja, con algo en el medio si querés, como una aceituna entre porción y porción. El separador es esa aceituna.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315200" y="3642360"/>
            <a:ext cx="4327855" cy="1310945"/>
          </a:xfrm>
          <a:prstGeom prst="roundRect">
            <a:avLst>
              <a:gd name="adj" fmla="val 697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7886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7886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7886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6972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split_join.py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099560"/>
            <a:ext cx="178308" cy="744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7749540" y="4099560"/>
            <a:ext cx="3829507" cy="74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frase =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 profe dijo hola"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palabras = frase.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(palabras)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(palabras))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| "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(palabras))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7315200" y="5136185"/>
            <a:ext cx="4327855" cy="1081735"/>
          </a:xfrm>
          <a:prstGeom prst="roundRect">
            <a:avLst>
              <a:gd name="adj" fmla="val 8453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27625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20233"/>
            <a:ext cx="4007815" cy="624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['el', 'profe', 'dijo', 'hola']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| profe | dijo | hola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REFERENCIA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split() y join(): los casos que confunden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16 / 25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117439"/>
                <a:gridCol w="2292235"/>
                <a:gridCol w="5684742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Expresión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Resultado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aprendemos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  b".split()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['a', 'b']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 argumento separa por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cualquier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cantidad de espacios. Es la opción preferida.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  b".split(" ")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['a', '', 'b']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 "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cada espacio corta: el espacio doble genera un pedazo vacío.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"a,,b".split(",")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['a', '', 'b']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Entre dos comas seguidas hay un campo vacío. Pasa en planillas mal cargadas.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"Ana".split(",")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['Ana']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 el separador no aparece, igual devuelve una lista con un solo elemento.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"-".join(["a", "b"])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"a-b"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separador va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los elementos, no al principio ni al final.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"".join(["h", "o", "l", "a"])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"hola"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Separador vacío: pega todo sin nada en el medio.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",".join([1, 2])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TypeError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join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sólo pega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textos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 Los números hay que convertirlos antes con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str()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TALLER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any() y all(): preguntas sobre todo el texto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17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any()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responde "¿hay al menos uno que cumple?" y </a:t>
            </a:r>
            <a:pPr algn="l" indent="0" marL="0">
              <a:buNone/>
            </a:pPr>
            <a:r>
              <a:rPr lang="en-US" sz="1800" b="1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all()</a:t>
            </a:r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responde "¿cumplen todos?", recorriendo el texto por vos.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c.isupper() for c in clave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generador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produce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cada carácter, de a uno, sin armar una lista entera.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any(...)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apenas encuentra el primer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deja de mirar: es el mismo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cortocircuito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207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0248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all(...)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exige que todos sean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se corta en el primer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Es el equivalente del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2669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24865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no un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clásico? Hace lo mismo con más líneas. 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conviene cuando tenés que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varias cosas a la vez.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🙋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preguntar algo en el aula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"¿Alguien tiene un cargador?": apenas uno levanta la mano, listo. Eso es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any()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"¿Todos trajeron el DNI?": alcanza con que uno diga que no para que la respuesta sea no. Eso es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275588"/>
          </a:xfrm>
          <a:prstGeom prst="roundRect">
            <a:avLst>
              <a:gd name="adj" fmla="val 716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any_all.py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8973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760970" y="4160520"/>
            <a:ext cx="3818077" cy="70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clave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"Python2026"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isupper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clave))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isdigit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clave))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isalpha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clave))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315200" y="5161788"/>
            <a:ext cx="4327855" cy="1056132"/>
          </a:xfrm>
          <a:prstGeom prst="roundRect">
            <a:avLst>
              <a:gd name="adj" fmla="val 8658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25322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545836"/>
            <a:ext cx="4007815" cy="598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2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DEL TALLER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clase18_taller_texto.py: normalizar y validar una contraseña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18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584448"/>
          </a:xfrm>
          <a:prstGeom prst="roundRect">
            <a:avLst>
              <a:gd name="adj" fmla="val 2551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clase18_taller_texto.py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392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1043940" y="1920240"/>
            <a:ext cx="6161532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Normalizar nombres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=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 completo: 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f"Normalizado: {nombre}"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title() capitaliza cada palabra. ¿Por que title y no capitalize?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capitalize pone SOLO la primera letra de TODA la cadena en mayuscula.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Validador de contrasena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clave =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"Contraseña: 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 =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(clave) &gt;=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(c.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isupper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clave)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(c.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isdigit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clave)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"Contraseña válida"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valida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"Contraseña débil"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L28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 en la entrada: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title()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El dato llega limpio.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08178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L30–31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063496"/>
            <a:ext cx="3139135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capitalize()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sólo pondría mayúscula a la primera letra de </a:t>
            </a:r>
            <a:pPr algn="l" indent="0" marL="0">
              <a:buNone/>
            </a:pPr>
            <a:r>
              <a:rPr lang="en-US" sz="12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frase.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6822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L35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663952"/>
            <a:ext cx="3139135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reglas con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largo mínimo, alguna mayúscula y algún dígito.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28269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L35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264408"/>
            <a:ext cx="3139135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 primero: es la más barata y, si falla, las otras ni se evalúan.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388315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L36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3864864"/>
            <a:ext cx="3139135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Expresión condicional: elige uno de los dos mensajes en una sola línea.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7635240" y="4882896"/>
            <a:ext cx="4007815" cy="1335024"/>
          </a:xfrm>
          <a:prstGeom prst="roundRect">
            <a:avLst>
              <a:gd name="adj" fmla="val 6849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4974336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5266944"/>
            <a:ext cx="3687775" cy="87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completo:   juan carlos perez  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Normalizado: Juan Carlos Perez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Contraseña: Python2026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Contraseña válida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DEL TALLER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clase18_taller_texto.py: usuario institucional y DNI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19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858768"/>
          </a:xfrm>
          <a:prstGeom prst="roundRect">
            <a:avLst>
              <a:gd name="adj" fmla="val 237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clase18_taller_texto.py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3383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500" dirty="0"/>
          </a:p>
          <a:p>
            <a:pPr algn="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920240"/>
            <a:ext cx="6062472" cy="329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Usuario institucional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"Nombre: 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apellido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"Apellido: 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 = nombre[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+ apellido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f"Usuario: {usuario}@isfd.edu.ar"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DNI verbal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dni =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"DNI (ej: 38.555.123-4): 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partes = dni.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numero = partes[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f"Número: {numero} | Verificador: {partes[1]}"</a:t>
            </a:r>
            <a:pPr algn="l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L44–45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normaliza a minúsculas: las direcciones de mail no llevan mayúsculas.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08178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L46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063496"/>
            <a:ext cx="3139135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nombre[0]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la inicial. Si el nombre viene vacío: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IndexError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68224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L53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663952"/>
            <a:ext cx="3139135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split("-")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separa número y verificador: una lista de 2 partes.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28269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L54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264408"/>
            <a:ext cx="3139135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Recién después se limpian los puntos del número con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388315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L55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3864864"/>
            <a:ext cx="3139135" cy="4724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escriben el DNI sin guion,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partes[1]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existe: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IndexError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7635240" y="4663440"/>
            <a:ext cx="4007815" cy="1554480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4754880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5047488"/>
            <a:ext cx="3687775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Nombre: Lucia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Apellido: Fernandez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Usuario: lfernandez@isfd.edu.ar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DNI (ej: 38.555.123-4): 40.123.456-7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Número: 40123456 | Verificador: 7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Receta para procesar cualquier texto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20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Limpiar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Sacá los espacios de los bordes y unificá mayúsculas. Nunca compares texto crudo.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1520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t.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Separar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665144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Cortá en partes con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split()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palabras, campos de una planilla o número y verificador.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3619424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756584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partes = t.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2" name="Shape 18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Procesar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6553048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Recorré con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contá con un acumulador o preguntá con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any()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all()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6507328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644488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(partes)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9" name="Shape 25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Mostrar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9440951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Volvé a unir con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join()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armá el mensaje final con una f-string.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9395231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9532391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(partes))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usar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partes[1]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verificá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len(partes)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si el usuario no escribió lo esperado, el programa no se cae.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frecuentes y cómo corregirlos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21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 en una línea suelta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texto nuevo; si no lo guardás, se pierde.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26280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0872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nombre.strip()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print(nombre)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47508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12100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112100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= nombre.strip()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print(nombre)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7724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Cambiar una letra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172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 inmutables: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26280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90872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0872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"hola"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s[0] = "H"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947508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12100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12100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"hola"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"H" + s[1:]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Comparar sin normalizar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 Ana "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 distintos para Python.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26280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0872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690872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nombre == "ana":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7947508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12100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112100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nombre.strip().lower() == "ana":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77240" y="5276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Índice fuera de rango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418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no escriben el guion,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una sola parte.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26280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690872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690872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partes = dni.split("-")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print(partes[1])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7947508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112100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112100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len(partes) == 2: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print(partes[1])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DE AULA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que seguro aparecen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22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diferencia hay entre find() e index()?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Buscan lo mismo, pero si no encuentran el texto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find()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devuelve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index()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lanza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que corta el programa. Para preguntar si algo está, lo más claro es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da title() con "maria del carmen"?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"Maria Del Carmen"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pone mayúscula en </a:t>
            </a:r>
            <a:pPr algn="l" indent="0" marL="0">
              <a:buNone/>
            </a:pPr>
            <a:r>
              <a:rPr lang="en-US" sz="145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todas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las palabras, también en "Del". Para respetar preposiciones necesitás tu propia lógica.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¿Cómo pongo comillas dentro de un texto?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Usá el otro tipo de comillas por fuera: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'dijo "hola"'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O escapalas con barra invertida: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"dijo \"hola\""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010248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"1" + "1" da "11" y no 2?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cadenas,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indent="0" marL="0">
              <a:buNone/>
            </a:pPr>
            <a:r>
              <a:rPr lang="en-US" sz="145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concatena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(pega). El tipo de los datos decide qué hace el operador. Para sumar, convertí antes: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int("1") + int("1")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ejercicios por niveles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23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 ★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Mostrar la primera y la última letra de tu nombre con índices positivos y negativos.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una frase y mostrar cuántos caracteres y cuántas palabras tiene.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Normalizar tres nombres cargados con espacios y mayúsculas desordenadas.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66818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INTERMEDIO  ★★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Decir si una palabra es palíndromo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[::-1]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ignorando mayúsculas.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Mostrar las iniciales de un nombre: "juan carlos perez" → "JCP".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un email simple: debe tener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terminar en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.com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.edu.ar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6397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6A4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DESAFÍO  ★★★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56397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Contar vocales y consonantes por separado en una sola pasada del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Generar un usuario con el nombre y las dos últimas cifras del DNI.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Cifrado César: correr cada letra 3 lugares usando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find()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sobre el abecedario.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base: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Codigos/clase17_cadenas.py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Codigos/clase18_taller_texto.py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Probá cada ejercicio con datos "sucios".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usar la IA en este tema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24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Pegarle un texto desordenado y pedirle que explique qué combinación de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slicing sirve.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Preguntarle por qué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texto.upper()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una línea suelta no cambia tu variable.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entradas raras para probar tu validador: vacía, con espacios, con tildes.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Aceptar expresiones regulares (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antes de intentar con los métodos de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Copiar código que cambia letras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s[0] = ...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porque viene de otro lenguaje.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chr()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cuando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isdigit()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isalpha()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resuelven lo mismo.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“Tengo el texto "ID-4592#Juan Perez#45000.50#ARG". Explicame paso a paso cómo separar los 4 campos con split, convertir el precio a float y pasar el país a minúsculas. No me des el código completo: guiame con preguntas.”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cadena es una fila de caracteres con índices desde 0;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el último.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s[inicio:fin]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incluye el inicio y excluye el fin;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[::-1]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invierte.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 inmutables: todo método devuelve texto nuevo que hay que guardar.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Normalizá con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strip()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lower()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antes de comparar o guardar.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7128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95300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split()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pasa de texto a lista y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join()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lista a texto.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la guía por niveles con clase17 y clase18 y probar cada programa con al menos 3 entradas "sucias".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para todos (R. González Duque): cap. 3, cadenas e índices.</a:t>
            </a:r>
            <a:endParaRPr lang="en-US" sz="11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Cap. 8 «Revisitando objetos»: métodos de </a:t>
            </a:r>
            <a:pPr algn="l" indent="0" marL="0">
              <a:buNone/>
            </a:pPr>
            <a:r>
              <a:rPr lang="en-US" sz="11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Códigos: clase17_cadenas.py y clase18_taller_texto.py.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11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Listas y tuplas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10  ·  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10 - Cadenas de caracteres y procesamiento de texto</dc:title>
  <dc:subject>PptxGenJS Presentation</dc:subject>
  <dc:creator>Prof. Ricardo Fernández</dc:creator>
  <cp:lastModifiedBy>Prof. Ricardo Fernández</cp:lastModifiedBy>
  <cp:revision>1</cp:revision>
  <dcterms:created xsi:type="dcterms:W3CDTF">2026-09-14T09:55:37Z</dcterms:created>
  <dcterms:modified xsi:type="dcterms:W3CDTF">2026-09-14T09:55:37Z</dcterms:modified>
</cp:coreProperties>
</file>