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lean en voz alta "edad = edad + 1" como lo haría Python: primero la derecha, después la izquierda. Es la confusión número uno de la primera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Variables, tipos de datos y entrada/salida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guarda Python la información, por qué no es lo mismo "33" que 33 y cómo conversar con el usuario.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con tus palabras qué es una variable y qué hace el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Reconocer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elegir el adecuado.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Convertir lo que escribe el usuario con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casting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problemas pensando en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→ Proceso → Salida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resultados prolijos con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2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son, cómo se crean y qué pasa en la memoria.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 enteros, decimales, texto y verdadero/falso.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Casting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siempre devuelve texto y cómo convertirlo.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E-P-S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método para pensar el problema antes del código.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resultados con formato profesional.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Ejercicios por niveles con los códigos de la cátedra.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escribimos nuestro primer programa: un archivo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texto que el intérprete de Python lee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arriba hacia abajo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una línea por vez. Usamos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mostrar cosas y el REPL (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para probar ideas rápido.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y tipos de datos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programa sin variables no puede recordar nada: ni tu nombre, ni tu edad, ni el total de una compra.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una variable?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4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variable es un nombre que le ponés a un dato para poder usarlo más adelante.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Escribís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 = 33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Python primero mira lo que está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 derecha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crea el valor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memoria.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61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4294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toma el nombre de la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izquierda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lo asocia a ese valor, como una etiqueta pegada encima.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683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45008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vez que escribís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otra línea, Python busca la etiqueta y te trae el valor que tiene pegado.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1755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157216"/>
            <a:ext cx="5879592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"igual" de matemática: significa "guardá esto con este nombre". Por eso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 = edad + 1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tiene sentido: calcula 33 + 1 y reasigna la etiqueta a 34.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Pensalo como los contactos del celular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Nadie se acuerda del número 11-5555-1234: lo guardás como "Mamá". El nombre del contacto es la variable y el número es el valor. Si cambia de número, editás el contacto: el nombre sigue igual, el valor es otro.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496568"/>
          </a:xfrm>
          <a:prstGeom prst="roundRect">
            <a:avLst>
              <a:gd name="adj" fmla="val 611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21640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787640" y="4099560"/>
            <a:ext cx="3791407" cy="929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edad +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MEMORIA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pasa en la memoria, instante por instante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5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9818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crea el valor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memoria y le pega la etiqueta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Podés ver "dónde vive"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id(a)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3027578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284469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3341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9178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62777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203850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Compartir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2331720"/>
            <a:ext cx="29818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hace una copia: la etiqueta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pega sobre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valor. Por eso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id(a) == id(b)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582058" y="4343400"/>
            <a:ext cx="3027578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719218" y="4480560"/>
            <a:ext cx="284469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883957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8249717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478317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054389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Reasignar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478317" y="2331720"/>
            <a:ext cx="29818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crea el valor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despega para ir hacia él.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se entera: sigue mostrando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8432597" y="4343400"/>
            <a:ext cx="3027578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69757" y="4480560"/>
            <a:ext cx="284469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 </a:t>
            </a:r>
            <a:pPr algn="l" indent="0" marL="0">
              <a:lnSpc>
                <a:spcPts val="1625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 10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valores que se quedan sin ninguna etiqueta los borra solo el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recolector de basura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(garbage collector). Vos no tenés que liberar memoria a mano.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REGLAS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nombrar variables (y cómo no)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6 / 23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1467030"/>
                <a:gridCol w="7426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¿Sirve?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qué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Corto, en minúsculas y dice qué guarda.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anio_nacimiento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Estilo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snake_case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palabras separadas con guion bajo. Es lo que pide la guía oficial PEP 8.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2edad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Error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puede empezar con un número: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SyntaxError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 edad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Error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 espacios no están permitidos: Python ve dos palabras sueltas.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mi-edad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Error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lee el guion como una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"mi menos edad".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Edad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Cuidado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Son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dos variables distintas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Python diferencia mayúsculas de minúsculas.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Evitar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Funciona, pero "pisás" la función original y después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print("hola")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deja de andar.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aux2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Evitar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Válidos, pero no dicen nada. En tres semanas no vas a saber qué guardaban.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tipo de dato y para qué sirve?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7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tipo le dice a Python qué clase de dato es y, por lo tanto, qué operaciones tienen sentido.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lo mismo sumar dos números que "sumar" dos textos: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 + 4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pero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"3" + "4"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"34"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(los pega uno al lado del otro).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822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63924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símbolo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hace cosas distintas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según el tipo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los valores. Por eso Python necesita saber qué es cada dato.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103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9204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type(valor)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preguntás a Python de qué tipo es algo. Es la forma de "ver" lo que no se ve a simple vista.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022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8393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Python no escribís el tipo: se deduce del valor.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entero,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33.0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decimal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"33"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texto.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12620"/>
          </a:xfrm>
          <a:prstGeom prst="roundRect">
            <a:avLst>
              <a:gd name="adj" fmla="val 573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🧃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envases en la cocina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envase dice si adentro hay leche, harina o detergente. Con leche podés hacer un licuado; con detergente, no. El tipo de dato es la etiqueta del envase: le avisa a Python qué se puede hacer con lo que hay adentro.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604260"/>
            <a:ext cx="4327855" cy="1333043"/>
          </a:xfrm>
          <a:prstGeom prst="roundRect">
            <a:avLst>
              <a:gd name="adj" fmla="val 685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505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505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505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591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61460"/>
            <a:ext cx="224028" cy="76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061460"/>
            <a:ext cx="3783787" cy="76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5120183"/>
            <a:ext cx="4327855" cy="1097737"/>
          </a:xfrm>
          <a:prstGeom prst="roundRect">
            <a:avLst>
              <a:gd name="adj" fmla="val 8330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11623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04231"/>
            <a:ext cx="4007815" cy="640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 &lt;class 'str'&gt;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cuatro tipos básicos de Python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8 / 23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08583"/>
                <a:gridCol w="2200545"/>
                <a:gridCol w="1925477"/>
                <a:gridCol w="2842371"/>
                <a:gridCol w="311743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guarda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Cuándo lo uso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Detalle importante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Números enteros, positivos o negativos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-7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Cantidades que no se parten: alumnos, edades, stock.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tiene límite de tamaño: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1000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el resultado exacto.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Números con decimales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1.75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-0.5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Medidas, precios, promedios, notas.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escribe con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punto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no con coma. La división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siempre da float: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/ 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Texto (cualquier carácter)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"Ana"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"33"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Nombres, mensajes, todo lo que viene del teclado.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 entre comillas.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"33"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es texto aunque parezca un número.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Verdadero o falso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Respuestas de sí/no: ¿aprobó?, ¿es mayor de edad?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Siempre con mayúscula inicial. Es el resultado de comparar: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&gt; 3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clave para elegir: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¿puede tener decimales?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no,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¿Voy a hacer cuentas?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no, probablemente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(un DNI o un teléfono son texto).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ideas del sistema de tipos de Python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9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Tipado dinámico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declarás el tipo: Python lo decide cuando el programa corre, según el valor. Hoy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 = 5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int y mañana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 = "cinco"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str. Cómodo, pero hay que estar atento.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Tipado fuerte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no inventa conversiones.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+ "10"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da 15 ni "510": da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Prefiere avisarte del error antes que adivinar lo que quisiste hacer.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type() para investigar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algo no funciona como esperabas,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print(type(variable))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suele darte la respuesta: muchas veces el dato era texto y no número.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33008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🧊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101688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inmutables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se modifica "por dentro". Cada operación crea un valor </a:t>
            </a:r>
            <a:pPr algn="l" indent="0" marL="0">
              <a:buNone/>
            </a:pPr>
            <a:r>
              <a:rPr lang="en-US" sz="13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nuevo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la etiqueta pasa a apuntarlo.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Dinámico no es lo mismo que débil: en JavaScript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+ "10"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"510"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(débil). Python es dinámico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fuerte.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DETALLE TÉCNICO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0.1 + 0.2 no da exactamente 0.3?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10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computadora guarda los decimales en binario, y algunos números no se pueden escribir exactos en binario.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Nosotros usamos base 10. La compu usa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2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(sólo ceros y unos) para todo, incluidos los decimales.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593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41064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Así como 1/3 en decimal es 0.3333… y nunca termina,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 en binario también es infinito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compu lo corta y guarda un valor muy, muy cercano.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960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77740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Esos mínimos errores se suman: por eso aparece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0.30000000000000004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 es un bug de Python: pasa en casi todos los lenguajes (estándar IEEE 754).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327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14416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hacer: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mostrar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formatear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:.2f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comparar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usar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decimales sino ver si la diferencia es muy chica.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medir con una regla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tu regla sólo marca milímetros, un objeto de 3,33333… mm lo vas a anotar como 3,3 mm. No te equivocaste: tu instrumento tiene un límite de precisión. Los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esa regla.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flotantes.py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02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50" dirty="0"/>
          </a:p>
        </p:txBody>
      </p:sp>
      <p:sp>
        <p:nvSpPr>
          <p:cNvPr id="29" name="Text 25"/>
          <p:cNvSpPr txBox="1"/>
          <p:nvPr/>
        </p:nvSpPr>
        <p:spPr>
          <a:xfrm>
            <a:off x="7791450" y="4160520"/>
            <a:ext cx="378759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f"{0.1 + 0.2:.2f}"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0.30000000000000004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ENTRADA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 siempre devuelve texto: el casting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11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la persona escribe con el teclado llega como texto (str). Si querés hacer cuentas, lo tenés que convertir.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teclado no manda números: manda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Cuando escribís 33, en realidad llegan el carácter "3" y otro "3".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no puede adivinar si ese "33" es una edad (para sumar) o un número de colectivo (para mostrar). Entonces te lo da como texto.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Convertir un tipo en otro se llama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casting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int("33")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float("1.75")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str(33)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"33"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texto no se puede convertir, Python frena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int("hola")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int("7.5")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Más adelante vamos a aprender a atajar esos errores.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88820"/>
          </a:xfrm>
          <a:prstGeom prst="roundRect">
            <a:avLst>
              <a:gd name="adj" fmla="val 551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formulario en papel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casillero "Edad" alguien escribió 33 con birome. Eso es tinta, no un número. Para calcular en qué año nació, primero tenés que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leerlo e interpretarlo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como número. Eso es exactamente lo que hace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315200" y="3680460"/>
            <a:ext cx="4327855" cy="1288847"/>
          </a:xfrm>
          <a:prstGeom prst="roundRect">
            <a:avLst>
              <a:gd name="adj" fmla="val 709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267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267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267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353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casting.py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37660"/>
            <a:ext cx="193548" cy="721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37660"/>
            <a:ext cx="3814267" cy="721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"Edad: 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 +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152187"/>
            <a:ext cx="4327855" cy="1065733"/>
          </a:xfrm>
          <a:prstGeom prst="roundRect">
            <a:avLst>
              <a:gd name="adj" fmla="val 8580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43627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36235"/>
            <a:ext cx="4007815" cy="608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Edad: 33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CASTING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Conversiones: qué funciona y qué explota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12 / 23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50681"/>
                <a:gridCol w="2108856"/>
                <a:gridCol w="6234878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Expresión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¿Por qué?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int("42")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texto tiene sólo dígitos de un entero: se convierte sin problema.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int("7.5")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int()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no acepta un punto dentro del texto.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int(float("7.5"))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Primero a decimal y después a entero. Ojo: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corta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los decimales, no redondea.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float("7,5")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usa punto decimal. La coma no la entiende.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"2" + 2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Texto más número: Python no sabe si querés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"22"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así que no elige.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str(33) + " años"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"33 años"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Convertimos el número a texto y entonces sí se pueden pegar.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bool("")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bool("0")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Sólo el texto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vacío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es falso.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"0"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tiene un carácter, así que es verdadero.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"10" == 10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texto nunca es igual a un número, aunque se vean iguales en pantalla.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clase03_variables_y_tipos.py: leer datos y convertirlos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13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133088"/>
          </a:xfrm>
          <a:prstGeom prst="roundRect">
            <a:avLst>
              <a:gd name="adj" fmla="val 221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clase03_variables_y_tipos.py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35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"¿Cuántos años tenés?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texto -&gt; int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"Altura en metros: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texto -&gt; float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es_alumno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(edad), edad, altura, es_alumno)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type() devuelve el tipo actual del valor: la herramienta para "ver" tipos.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f"Naciste aproximadamente en {2026 - edad}"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Diferencia clave valor numerico vs texto que parece numero: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False: el texto "10" (2 caracteres) NO es el numero 10.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True: convertimos texto a numero.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L45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26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trae texto;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convierte en entero. Si escriben "hola" →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360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L46–47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17776"/>
            <a:ext cx="3139135" cy="426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la altura tiene decimales.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 sin comillas: es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59080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L49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572512"/>
            <a:ext cx="3139135" cy="426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el tipo real de cada valor.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145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127248"/>
            <a:ext cx="3139135" cy="426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f-string hace la cuenta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2026 - edad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dentro de las llaves.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70027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L55–56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681984"/>
            <a:ext cx="3139135" cy="426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texto "10" no es el número 10 hasta que lo convertimos.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años tenés? 33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en metros: 1.75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 33 1.75 True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Naciste aproximadamente en 1993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entrada, proceso y salida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escribir una línea de código, hay que entender qué entra, qué se calcula y qué tiene que salir.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14 / 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patrón E-P-S: Entrada → Proceso → Salida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15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datos necesito? Los pido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los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convierto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tipo correcto en ese mismo momento.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1: 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3341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9178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62777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203850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cuenta o transformación hago? Escribo la fórmula con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paréntesis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controlar el orden.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582058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719218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 = (n1 + n2 + n3) /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883957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8249717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478317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054389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478317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tiene que ver el usuario? Muestro el resultado claro y con formato usando f-strings.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8432597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69757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f"Promedio: {prom:.2f}"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podés responder en una frase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entra, qué transformo y qué sale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todavía no entendiste el problema. Frená y releé el enunciado.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SALIDA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f-strings: mensajes con huecos que Python completa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16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f-string es un texto con "huecos" entre llaves { } que Python reemplaza por el valor de una variable o de una cuenta.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Poné una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pegada antes de las comillas: así Python sabe que tiene que completar los huecos.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Dentro de las llaves va una variable (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{nombre}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o una cuenta completa (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{precio * 1.21}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 dos puntos va el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{precio:.2f}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siempre 2 decimales;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{nombre:&lt;15}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reserva 15 espacios.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403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2203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Formatear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cambia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valor guardado, sólo cómo se ve.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round()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en cambio, crea un número nuevo.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mensaje con plantilla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turnero del médico te manda: "Hola {nombre}, tu turno es el {día} a las {hora}". El sistema completa los huecos con tus datos. Una f-string es esa plantilla, y la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orden de completarla.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389888"/>
          </a:xfrm>
          <a:prstGeom prst="roundRect">
            <a:avLst>
              <a:gd name="adj" fmla="val 657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fstrings.py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5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757160" y="4160520"/>
            <a:ext cx="3821887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 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1250.5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f"Hola {nombre}, total: {precio * 1.21:.2f}"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315200" y="5276088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3675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660136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 Ana, total: 1513.11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Especificadores de formato más usados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17 / 23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650409"/>
                <a:gridCol w="3759265"/>
                <a:gridCol w="3209128"/>
                <a:gridCol w="247561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ve así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:.2f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Número con 2 decimales fijos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f"{3.14159:.2f}"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:&gt;10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Alinea a la derecha en 10 espacios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f"{42:&gt;10}"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    42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:&lt;12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Alinea a la izquierda en 12 espacios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f"{'Ana':&lt;12}|"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         |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:^11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Centra en 11 espacios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f"{'hola':^11}|"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hola    |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:05d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Entero completando con ceros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f"{7:05d}"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:,.2f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Separador de miles y 2 decimales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f"{1234567.891:,.2f}"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1,234,567.89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:.1%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Porcentaje con 1 decimal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f"{0.215:.1%}"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21.5%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mostrar dinero o promedios usá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:.2f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Para seguir calculando, dejá el valor real y formateá recién al imprimir.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clase04_taller_entrada_salida.py: promedio, conversor e intercambio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18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clase04_taller_entrada_salida.py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EJERCICIO 1: promedio de tres notas ---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1: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n2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2: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n3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3: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f"Promedio: {(n1 + n2 + n3) / 3:.2f}"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EJERCICIO 2: conversor de pesos a dolares ---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cotizacion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"Cotización del dólar: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"Monto en pesos: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f"Equivalen a US$ {monto / cotizacion:.2f}"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EJERCICIO 4: intercambio sin auxiliar ---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="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"| b ="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L31–33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una nota puede ser 7.5.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queda para contar cosas enteras.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513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33016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paréntesis Python haría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n1 + n2 + (n3 / 3)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primero divide, después suma.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62128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L40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02992"/>
            <a:ext cx="3139135" cy="6172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cotización se </a:t>
            </a:r>
            <a:pPr algn="l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pide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cambia todos los días: el programa sirve siempre sin tocar el código.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366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348228"/>
            <a:ext cx="3139135" cy="6172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intercambia: Python evalúa </a:t>
            </a:r>
            <a:pPr algn="l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derecha primero y recién después asigna.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1: 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8.5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3: 9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Promedio: 8.17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20 | b = 10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19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convertir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trae texto: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"20" + 1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input("Edad: ")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print(edad + 1)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int(input("Edad: "))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print(edad + 1)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int() con decimales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escriben 7.5,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falla porque hay un punto.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int(input("Nota: "))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float(input("Nota: "))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 de las operaciones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división se resuelve antes que la suma.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 = n1 + n2 + n3 / 3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 = (n1 + n2 + n3) / 3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Pisar funciones de Python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 esto,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deja de funcionar.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= "hola"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 = "hola"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20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uso dos veces el mismo nombre de variable?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da error: la etiqueta pasa a apuntar al valor nuevo. El valor viejo queda sin nombre y Python lo borra solo.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True y False van con mayúscula?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palabras reservadas del lenguaje, como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escribís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Python busca una variable con ese nombre y lanza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usar ñ o tildes en los nombres?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 lo permite, pero la convención es evitarlo: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anio_nacimiento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lugar de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año_nacimiento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Así el código se lee igual en cualquier computadora.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f-strings y no sumar textos con +?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"Total: " + str(total)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funciona, pero es fácil olvidarse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str()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f-string convierte sola y además permite dar formato.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21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tu nombre, edad y altura en variables y mostrar el tipo de cada una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base y altura de un triángulo y mostrar el área (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 * altura / 2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Conversor de kilómetros a millas (1 km = 0.621 mi).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precio y cantidad; mostrar subtotal, IVA (21%) y total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:.2f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Conversor de pesos a dólares que pida la cotización del día.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de compra con el producto alineado a la izquierda y el precio a la derecha.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ejecutar, predecir qué muestra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print(int("7") + float("2.5"))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después comprobarlo.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Calcular aproximadamente cuántos días viviste a partir de tu edad.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Intercambiar los valores de tres variables en una sola línea.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Trabajen sobre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Codigos/clase03_variables_y_tipos.py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Codigos/clase04_taller_entrada_salida.py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ejecútenlos, cámbienlos y rómpanlos a propósito.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22 / 23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una metáfora de qué pasa en memoria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 10; b = a; a = 20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un error como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 invalid literal for int()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pedir que te explique qué significa.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datos de prueba para verificar que tu ticket queda bien alineado.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el ejercicio resuelto antes de pensar qué variables y tipos necesitás.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código con listas, funciones o librerías que todavía no vimos.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Creerle sin probar: todo lo que te explique, verificalo en el REPL.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“Explicame como si fuera mi primera semana programando qué significa que en Python las variables son etiquetas que apuntan a valores. Usá un ejemplo corto con id() y no me resuelvas ningún ejercicio.”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variable es un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un valor; el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significa "guardá".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tipo define qué se puede hacer con un dato: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siempre devuelve texto: convertir es tarea tuya.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programar, pensá en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→ Proceso → Salida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mostrar, f-strings con formato; para calcular, el valor real.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Terminar la guía por niveles y subir los archivos .py a la carpeta de entregas.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3 «Tipos básicos», pp. 15–22.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Cap. 12 «Entrada y salida estándar», pp. 76–80.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Códigos: clase03 y clase04.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Operadores, expresiones y método de resolución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02  ·  23 /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02 - Variables, tipos de datos y entrada/salida</dc:title>
  <dc:subject>PptxGenJS Presentation</dc:subject>
  <dc:creator>Prof. Ricardo Fernández</dc:creator>
  <cp:lastModifiedBy>Prof. Ricardo Fernández</cp:lastModifiedBy>
  <cp:revision>1</cp:revision>
  <dcterms:created xsi:type="dcterms:W3CDTF">2026-09-14T09:55:36Z</dcterms:created>
  <dcterms:modified xsi:type="dcterms:W3CDTF">2026-09-14T09:55:36Z</dcterms:modified>
</cp:coreProperties>
</file>