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¿qué vale letra en la tercera vuelta? Que lo digan antes de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verificado con sys.getsizeof: 48 bytes el range contra 8000056 la lista. No hace falta mostrar sys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print() vacío está en el nivel del for exterior: salta de línea cuando termina cada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Trazar en voz alta: 2, 4, 6 y 8 se saltean con continue; al llegar a 9 corta el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for, range() y ciclos anidados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recorrer secuencias, contar con range() sin equivocarse y combinar ciclos para armar tablas y patrones.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2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Recorrer textos y rangos de números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range(inicio, fin, paso)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explicar por qué el fin no entra.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entre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un criterio claro.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y escribir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ciclos anidados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tablas y patrones.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Cortar o saltear vueltas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2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Recorrer una secuencia elemento por elemento.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range()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números: inicio, fin y paso.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 while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criterio simple para elegir el ciclo correcto.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Anidados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ciclo dentro de otro: tablas y patrones.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/ continue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Cortar el ciclo o saltear una vuelta.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con tabla y ejercicios de clase11_ciclo_for.py.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usamos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repetir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mientras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cumpla una condición: menús, validaciones y cargas con centinela. Vimos que si la variable de control no cambia adentro del ciclo, el programa queda en un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infinito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Hoy aparece un ciclo que no puede olvidarse de avanzar.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ciclo for y la función range()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sabés cuántas vueltas hay que dar, o tenés una lista de cosas para recorrer, el for es la herramienta.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hace el ciclo for?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4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toma una secuencia (un texto, un rango de números, una lista) y ejecuta el bloque una vez por cada elemento.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Escribís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letra in "hola":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En cada vuelta, Python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 el siguiente elemento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la variable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letra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ejecuta el bloque indentado.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no quedan elementos, el ciclo termina solo y el programa sigue con la línea de abajo. No hay condición que escribir.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cada vuelta se la llama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iteración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(repetición). Por eso decimos que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la secuencia.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 sobre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inicializás ni actualizás un contador a mano, así que no te podés olvidar de hacerlo.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12620"/>
          </a:xfrm>
          <a:prstGeom prst="roundRect">
            <a:avLst>
              <a:gd name="adj" fmla="val 573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🧑‍🏫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tomar lista en el aula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profe tiene la lista y va nombre por nombre: "Ana... presente. Bruno... presente". No necesita contar cuántos son ni acordarse por dónde iba: sigue la lista hasta el final. El for hace lo mismo con cualquier secuencia.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604260"/>
            <a:ext cx="4327855" cy="1115568"/>
          </a:xfrm>
          <a:prstGeom prst="roundRect">
            <a:avLst>
              <a:gd name="adj" fmla="val 819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505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505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505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591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recorrer.py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61460"/>
            <a:ext cx="22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061460"/>
            <a:ext cx="3783787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letra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(letra)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4902708"/>
            <a:ext cx="4327855" cy="1097737"/>
          </a:xfrm>
          <a:prstGeom prst="roundRect">
            <a:avLst>
              <a:gd name="adj" fmla="val 8330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49941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286756"/>
            <a:ext cx="4007815" cy="640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RANGE()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range(): una fila de números a pedido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5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range(inicio, fin, paso) genera números empezando en inicio, avanzando de a paso y frenando antes de llegar a fin.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número,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range(5)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arranca en 0: da 0, 1, 2, 3, 4. Cinco números, pero el 5 no está.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355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1726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6)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elegís dónde empezar: 1, 2, 3, 4, 5.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426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2440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el último es el paso: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10, 2)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salta de a 2. Si el paso es negativo, cuenta hacia atrás.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498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31536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combina con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repetir algo una cantidad exacta de veces: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tres vueltas.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🪜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subir una escalera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 es el escalón donde empezás, paso es de a cuántos escalones subís y fin es la puerta del piso de arriba: llegás hasta el último escalón, pero la puerta no la contás como escalón.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115568"/>
          </a:xfrm>
          <a:prstGeom prst="roundRect">
            <a:avLst>
              <a:gd name="adj" fmla="val 819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range_basico.py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160520"/>
            <a:ext cx="3783787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(i, end=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5001768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09320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385816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range() en todas sus formas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6 / 24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3025750"/>
                <a:gridCol w="1191962"/>
                <a:gridCol w="4676158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Expresión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Números que genera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Cantidad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leerlo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range(5)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0 1 2 3 4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solo argumento: empieza en 0 y frena antes del 5.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range(1, 6)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1 2 3 4 5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 1 "hasta antes del" 6.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range(1, 11)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1 2 3 4 5 6 7 8 9 10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cantidad es fin menos inicio: 11 − 1 = 10.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range(0, 10, 2)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0 2 4 6 8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Paso 2: los pares. El 10 no entra.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range(0, 10, 3)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0 3 6 9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Paso 3: se detiene porque 12 ya pasó el fin.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range(10, 0, -1)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10 9 8 7 6 5 4 3 2 1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Paso negativo: cuenta regresiva. El 0 no entra.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range(5, 1)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(ninguno)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Paso 1 pero el inicio ya es mayor que el fin: rango vacío, el for no da vueltas.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verlos todos juntos: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print(list(range(0, 10, 2)))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muestra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[0, 2, 4, 6, 8]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RANGE()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el fin no se incluye?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7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el fin quede afuera no es un capricho: hace que las cuentas de cantidades e índices salgan exactas.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Cantidad fácil: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range(a, b)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tiene exactamente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- 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números.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11)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10 vueltas, sin sumar ni restar uno.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050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86784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Índices exactos: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las posiciones de una secuencia empiezan en 0. Un texto de 4 letras tiene posiciones 0 a 3,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range(4)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justo eso.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103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92040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Tramos que no se pisan: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5)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range(5, 10)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cubren del 0 al 9 sin repetir el 5.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869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68696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para memorizar: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range(a, b)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a, a+1, ...,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b−1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querés incluir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escribí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n + 1)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🕘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horario de atención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un local atiende "de 9 a 12", hay turnos a las 9, a las 10 y a las 11: tres horas, 12 − 9. A las 12 en punto ya está cerrando, no empieza otro turno. El fin de range es esa hora de cierre.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115568"/>
          </a:xfrm>
          <a:prstGeom prst="roundRect">
            <a:avLst>
              <a:gd name="adj" fmla="val 819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fin_excluido.py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160520"/>
            <a:ext cx="3783787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500176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09320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38581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4, 5, 6, 7, 8, 9, 10]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DETALLE TÉCNICO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 es perezoso: no guarda los números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8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 no arma la lista completa en memoria: sabe calcular el número siguiente y lo entrega recién cuando el for lo pide.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hacés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print(range(1, 1000000))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Python no muestra un millón de números: muestra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1000000)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 una "receta", no la lista.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336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215384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un millón de números en una lista ocupa unos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MB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el objeto range ocupa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bytes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sea del tamaño que sea.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103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92040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esto se lo llama evaluación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perezosa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(lazy): se calcula lo mínimo y sólo en el momento en que hace falta.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869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68696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necesitás ver los números de verdad, lo convertís: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list(range(5))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Para recorrer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hace falta.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🎫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máquina de turnos del súper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máquina no imprime mil papelitos a la mañana por las dudas. Cuando alguien aprieta el botón, calcula el número siguiente y te lo da. Ocupa lo mismo si atiende a 10 o a 10.000 personas.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389888"/>
          </a:xfrm>
          <a:prstGeom prst="roundRect">
            <a:avLst>
              <a:gd name="adj" fmla="val 657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perezoso.py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40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160520"/>
            <a:ext cx="3783787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(r), r[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315200" y="527608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3675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66013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1000000)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999999 6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clase11_ciclo_for.py: suma de los primeros N números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9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630168"/>
          </a:xfrm>
          <a:prstGeom prst="roundRect">
            <a:avLst>
              <a:gd name="adj" fmla="val 251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clase11_ciclo_for.py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926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97280" y="1920240"/>
            <a:ext cx="6108192" cy="306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Suma de los primeros N naturales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"N: 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 =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 +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    </a:t>
            </a:r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n+1 ¡porque el fin es excluyente!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suma += i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f"Suma de 1 a {n}: {suma}"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n + 1? Queremos incluir n: range(1, n) llegaria hasta n-1.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Dato: Gauss de nino lo resolvio sin ciclo: n*(n+1)/2. Probar ambos.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321808"/>
            <a:ext cx="6720840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41324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705856"/>
            <a:ext cx="64008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N: 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 de 1 a 5: 15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L37–38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pide N y se prepara el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0, antes del ciclo.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L39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12445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n + 1)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+ 1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para que el propio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en la suma.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L40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00685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suma += i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lo mismo que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suma = suma + i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6865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L41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66826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está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afuera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for: se muestra una sola vez, al final.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456895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L43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8503920" y="4550664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Gauss lo resolvía sin ciclo: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* (n + 1) / 2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Sirve para comprobar.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(PRUEBA DE ESCRITORIO)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Seguimos la suma vuelta por vuelta con N = 5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10 / 24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91962"/>
                <a:gridCol w="2934060"/>
                <a:gridCol w="2017166"/>
                <a:gridCol w="2383924"/>
                <a:gridCol w="256730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Valor de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suma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antes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Cuenta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suma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después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+ 1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+ 2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+ 3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+ 4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+ 5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range(1, 6)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se agotó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sale del for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imprime 15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Trazar es hacer de computadora en papel: una fila por vuelta y una columna por variable. Comprobación: 5 × 6 / 2 = 15.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¿for o while? La regla para decidir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11 / 24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4309401"/>
                <a:gridCol w="440109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¿Cuándo lo uso?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Sabés cuántas vueltas son o recorrés una secuencia completa.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Depende de algo que pasa durante la ejecución: lo que escribe el usuario, un evento.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¿Quién mueve la variable?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Python, solo: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entrega el siguiente valor.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Vos: tenés que actualizarla adentro del bloque.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¿Puede quedar infinito?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No, recorriendo un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un texto siempre termina.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Sí, si te olvidás de actualizar la condición.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 típico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Tabla del 1 al 10, recorrer letras, sumar N números.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Menú hasta elegir "Salir", validar una nota, cargar hasta 0.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Frase que lo delata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"para cada...", "N veces", "del 1 al 10"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"mientras...", "hasta que...", "repetir si es inválido"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puede escribir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pero no al revés con la misma claridad. Si podés usar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usalo: menos líneas y menos errores.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 problema con los dos ciclos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12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while: 3 cosas a mano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Inicializás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del ciclo.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Escribís la condición de corte.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olvidás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+= 1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ciclo infinito.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77240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49680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&lt;=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Con for: range hace el trabajo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286000"/>
            <a:ext cx="4952848" cy="176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Inicio, fin y avance están en una sola línea.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Imposible olvidarse de avanzar.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lee como la consigna: "para i del 1 al 3".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07328" y="4142232"/>
            <a:ext cx="4907128" cy="1069848"/>
          </a:xfrm>
          <a:prstGeom prst="roundRect">
            <a:avLst>
              <a:gd name="adj" fmla="val 854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90208" y="428853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3088" y="428853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7055968" y="428853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84568" y="419709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617056" y="4599432"/>
            <a:ext cx="216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979768" y="4599432"/>
            <a:ext cx="43706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i)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dos muestran 5, 10 y 15. Para una cantidad fija de vueltas,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gana en claridad.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Ciclos anidados, break y continue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ciclo adentro de otro permite recorrer filas y columnas: tablas, grillas, tableros y patrones.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Ciclos anidados: un ciclo dentro de otro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14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cada vuelta del ciclo de afuera, el ciclo de adentro da todas sus vueltas completas.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ciclo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exterior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arranca con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fila = 1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Entra al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interior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que recorre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 = 1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 = 2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completo.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61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4294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Recién cuando el interior termina, el exterior avanza 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fila = 2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el interior vuelve a empezar desde 1.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683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45008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Vueltas totales = vueltas de afuera × vueltas de adentro. Acá 3 × 2 = 6 impresiones.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1755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157216"/>
            <a:ext cx="5879592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con el costo: 1000 × 1000 es un millón de vueltas. Los ciclos anidados son la primera causa de programas lentos.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las agujas de un reloj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minutero (ciclo interior) da 60 pasos y recién ahí la aguja de la hora (ciclo exterior) avanza uno. Después el minutero vuelve a empezar de cero. En 12 horas hay 12 × 60 = 720 pasos de minutero.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anidados.py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fila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f"{fila}-{col}"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1-1  1-2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2-1  2-2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3-1  3-2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DE CICLOS ANIDADOS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multiplicar 3 × 3, fila por fila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15 / 24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789422"/>
                <a:gridCol w="2863075"/>
                <a:gridCol w="1968364"/>
                <a:gridCol w="2684133"/>
                <a:gridCol w="178942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 de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Valores de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Imprime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* j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Después del for de j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Vueltas acumuladas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= 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1, 2, 3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1  2  3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salta de línea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= 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 2, 3 (vuelve a empezar)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2  4  6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salta de línea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= 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 2, 3 (vuelve a empezar)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3  6  9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salta de línea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sale de los dos ciclos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× 3 = 9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4):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j in range(1, 4):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print(i * j, end="\t")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un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nivel del ciclo de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PATRONES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Dibujar patrones: la fila decide cuántos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16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 patrón, el ciclo exterior elige la fila y el interior repite el carácter tantas veces como indique esa fila.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describí el patrón en palabras: "en la fila 1 va 1 asterisco, en la fila 2 van 2...". Esa relación es la clave.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336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215384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cantidad de la fila es igual al número de fila, el interior es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range(fila)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103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92040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end=""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hace que los asteriscos queden pegados en la misma línea; el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final cierra la fila.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869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68696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no usás la variable del ciclo interior, se la nombra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significa "no me interesa el valor, sólo repetir".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🧱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apilar ladrillos en escalera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albañil piensa: "fila 1, un ladrillo; fila 2, dos ladrillos". Por cada fila (exterior) coloca ladrillos uno por uno (interior) y recién ahí sube a la fila siguiente.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triangulo.py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fila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(fila):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
</a:t>
            </a:r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clase11_ciclo_for.py: tabla de doble entrada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17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clase11_ciclo_for.py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Tabla de doble entrada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 = 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"Gaseosa"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"Leche"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sucursales = 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"Centro"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"Norte"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ventas = [[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f"{'':10}"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sucursales: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f"{s:&gt;8}"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i, p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(productos):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f"{p:10}"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(sucursales)):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f"{ventas[i][j]:&gt;8}"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end=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L48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lista de listas: cada fila son las ventas de un producto por sucursal.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2951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L49–52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276856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Encabezado: 10 espacios vacíos y cada sucursal alineada a la derecha.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108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L53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892552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entrega a la vez la posición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producto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526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L55–56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508248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interior: recorre las columnas y muestra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ventas[i][j]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414223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L57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4123944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cada producto,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salta de línea.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635240" y="4882896"/>
            <a:ext cx="4007815" cy="1335024"/>
          </a:xfrm>
          <a:prstGeom prst="roundRect">
            <a:avLst>
              <a:gd name="adj" fmla="val 6849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974336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266944"/>
            <a:ext cx="3687775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Centro   Norte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Gaseosa        120      90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             50      75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Leche          200     180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y continue: cortar o saltear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18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termina el ciclo en ese instante; continue abandona sólo la vuelta actual y pasa a la siguiente.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 que queda del bloque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ejecuta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esta vuelta, pero el ciclo sigue con el próximo elemento.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sale del ciclo por completo y el programa continúa en la primera línea después del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Existen para reglas del tipo "ya encontré lo que buscaba, dejo de buscar" o "este dato no me sirve, sigo".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041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85816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ciclos anidados,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sale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 del ciclo más interno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Usalos con moderación: muchos saltos vuelven el código difícil de seguir.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buscar las llaves en casa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Revisás cajón por cajón. Si un cajón está trabado, lo salteás y seguís con el próximo (continue). Cuando encontrás las llaves, dejás de buscar en el resto (break).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saltos.py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%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&gt;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 end=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1 3 5 7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clase11_ciclo_for.py: contar vocales de una frase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19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630168"/>
          </a:xfrm>
          <a:prstGeom prst="roundRect">
            <a:avLst>
              <a:gd name="adj" fmla="val 251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clase11_ciclo_for.py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306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Contar vocales recorriendo la frase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"Frase: 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vocales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letra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frase: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letra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"aeiou"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vocales +=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f"Tiene {vocales} vocales"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¿for letra in frase? for recorre CUALQUIER secuencia: una frase es una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secuencia de caracteres. ¿Por que .lower()? Para contar tambien las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mayusculas: normalizamos primero (siempre normalizar antes de comparar).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321808"/>
            <a:ext cx="6720840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41324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705856"/>
            <a:ext cx="64008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Frase: Hola Mundo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Tiene 4 vocales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L63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pasa todo a minúsculas: así "A" también cuenta como vocal.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L64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345436"/>
            <a:ext cx="3139135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 en 0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ciclo.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28209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L65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28026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for recorre la frase letra por letra: un texto es una secuencia.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7033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L66–67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68503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letra in "aeiou"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la letra es una de esas cinco.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20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que el fin no entra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Querías sumar del 1 al n y el n quedó afuera.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n):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n + 1):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adentro del ciclo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indentación de más, muestra un total parcial en cada vuelta.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suma += i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print(suma)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suma += i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print(suma)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 variable en los dos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ciclo interior pisa la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exterior y confunde.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range(2):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range(2):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el print() de fila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el salto de línea, todo el patrón sale en un solo renglón.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range(1, 4):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print("*" * f, end="")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range(1, 4):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print("*" * f)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21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dan range(10), range(1, 10) y range(0, 10, 2)?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a 9; 1 a 9; y 0, 2, 4, 6, 8.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range(10, 0, -1)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cuenta al revés: de 10 a 1.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¿break sale de los dos ciclos anidados?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No: sólo del más interno. Para salir de ambos se usa una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bandera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(variable True/False) que revisa el exterior, o más adelante, una función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modificar la lista mientras la recorro?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Mala idea: las posiciones se corren y te salteás elementos. Lo correcto es recorrer una copia o armar una lista nueva con lo que querés quedarte.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¿Si cambio i adentro del for cambian las vueltas?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No. Si escribís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 = 10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adentro, en la vuelta siguiente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vuelve a dar el valor que tocaba. El for no depende de lo que hagas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22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los números pares del 2 al 20 usando el paso de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regresiva de 10 a 1 y al final "¡Despegue!".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 texto y un número n; mostrar el texto n veces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de multiplicar completa del 1 al 10 con ciclos anidados y columnas alineadas.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 cuántas veces aparece una letra elegida por el usuario en una frase.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5 notas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mostrar el promedio y la nota más alta.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Pirámide centrada de asteriscos de altura N (pista: primero espacios, después asteriscos).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los números primos entre 2 y 50 usando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Tablero de ajedrez 8 × 8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alternados (pista: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(fila + col) % 2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Codigos/clase11_ciclo_for.py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Antes de ejecutar cada ejercicio, hacé el trazado de las primeras vueltas en papel.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23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te explique con un ejemplo por qué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10)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termina en 9.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Pegarle tu ciclo anidado y pedirle una tabla de trazado de las primeras 4 vueltas para comparar con la tuya.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Preguntarle si un problema conviene resolverlo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por qué.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el patrón de asteriscos resuelto sin haber descripto antes la relación fila-cantidad.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soluciones con comprensiones de listas o funciones que todavía no vimos.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contador manual cuando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resuelve más simple.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“Estoy aprendiendo ciclos for anidados en Python. Quiero dibujar un tablero de 8x8 alternando # y . sin que me des el código. Explicame cómo se relacionan la fila y la columna con el operador % para saber qué carácter va en cada casilla.”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recorre una secuencia: una vuelta por elemento, sin contador manual.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range(a, b)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de a hasta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− 1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son exactamente b − a números.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Cantidad conocida →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Depende de lo que pase →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ciclos anidados, el interior da todas sus vueltas por cada vuelta del exterior.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corta el ciclo;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saltea sólo la vuelta actual.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la guía por niveles y entregar el trazado en papel (tabla) de la pirámide o de la tabla de multiplicar.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5 «Control de flujo», bucles for.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 oficial: tutorial de Python, sección 4.3 «La función range()».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clase11_ciclo_for.py.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07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integrador y Examen Parcial 1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06  ·  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06 - Ciclo for, range() y ciclos anidados</dc:title>
  <dc:subject>PptxGenJS Presentation</dc:subject>
  <dc:creator>Prof. Ricardo Fernández</dc:creator>
  <cp:lastModifiedBy>Prof. Ricardo Fernández</cp:lastModifiedBy>
  <cp:revision>1</cp:revision>
  <dcterms:created xsi:type="dcterms:W3CDTF">2026-09-14T09:55:36Z</dcterms:created>
  <dcterms:modified xsi:type="dcterms:W3CDTF">2026-09-14T09:55:36Z</dcterms:modified>
</cp:coreProperties>
</file>