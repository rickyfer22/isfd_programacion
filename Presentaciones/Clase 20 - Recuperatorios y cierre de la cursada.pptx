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Recuperatorios y cierre de la cursada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Última oportunidad para aprobar, un mapa de todo lo que aprendiste y cómo seguir programando después de 1er año.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5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Conocer cómo son los recuperatorios de parcial y de coloquio.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3159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813304"/>
            <a:ext cx="31363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Ubicar cada tema de la materia en su unidad y su código.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9605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77768"/>
            <a:ext cx="31363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ejercicios cortos que combinan varias unidades.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6052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142232"/>
            <a:ext cx="31363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Armar un plan para seguir practicando y qué viene en 2do año.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2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Recuperatorios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Quién rinde, cómo es cada instancia y qué se necesita.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Preparación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plan de 4 pasos para llegar bien al recuperatorio.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5 unidades de la materia con sus temas y códigos.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Integradores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ejercicios cortos que mezclan unidades.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seguir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viene en 2do año, práctica y proyectos personales.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te llevás de este primer año.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vimos los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requisitos de entrega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TP, el README, la dinámica del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coloquio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(demo, justificación, preguntas y Live Code), los criterios de evaluación y el método de 4 preguntas para explicar tu propio código.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Recuperatorios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nota baja no define a nadie: el recuperatorio es otra oportunidad para mostrar lo que aprendiste.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son los recuperatorios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4 / 17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2658992"/>
                <a:gridCol w="3575886"/>
                <a:gridCol w="247561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Instancia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Quién la rinde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 aprobar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Recuperatorio Parcial 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Quien no aprobó el Parcial 1 (nota menor a 4).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Individual y presencial, 120 minutos, sin IA. Temas de las Unidades 1 y 2.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o más regulariza; 7 o más permite promocionar según el régimen.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Recuperatorio Parcial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Quien no aprobó el Parcial 2 (nota menor a 4).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Mismas condiciones que el parcial original. Temas de las Unidades 3 y 4.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o más regulariza; 7 o más permite promocionar según el régimen.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Recuperatorio del coloquio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Quien no aprobó la defensa del proyecto.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Nueva defensa individual con las correcciones de la devolución, preguntas y Live Code.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Explicar y modificar el proyecto con autonomía.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presentarse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Quien adeuda una instancia y falta.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hay otra fecha en la cursada.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Queda en la condición que tenga.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Durante el recuperatorio el docente ayuda 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e interpretar las consignas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 no entendés qué te piden, preguntá. Resolverlo es tarea tuya.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prepararte para el recuperatorio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5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Diagnóstico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Releé la devolución del parcial o del coloquio y anotá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temas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fallaron. Estudiar todo igual es perder tiempo.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3" name="Shape 9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Repasar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65144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Ejecutá el código de la cátedra de cada tema y respondé su sección PREGUNTAS QUE PODRÍAN HACERTE.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3619424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756584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clase09_ciclo_while.py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0" name="Shape 16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Practicar solo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6553048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Resolvé ejercicios sin IA ni apuntes abiertos: en papel primero (trazado) y después en la compu.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5" name="Shape 21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Simular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9440951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parcial viejo en 120 minutos con reloj, o un coloquio de prueba con un compañero que te pida cambios.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típico: leer código resuelto y creer que ya lo sabés. Entender no es lo mismo que poder escribirlo: la prueba es hacerlo solo.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mapa de toda la materia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unidad se apoya en la anterior: el proyecto integrador usó las cinco al mismo tiempo.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5 unidades: pregunta, temas y códigos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7 / 17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558719"/>
                <a:gridCol w="3025750"/>
                <a:gridCol w="4676158"/>
                <a:gridCol w="183378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gran pregunta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Códigos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Unidad 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¿Cómo guarda y transforma datos un programa?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es programar, variables, tipos,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casting, operadores, método E-P-S.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clase02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clase06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Unidad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¿Cómo decide y cómo repite?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else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contador y acumulador,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ciclos anidados. Parcial 1.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clase07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clase11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Unidad 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¿Cómo organizo el código?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Funciones, parámetros,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ámbito, módulos 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import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primeros pasos con Git.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clase14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clase16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Unidad 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¿Cómo manejo muchos datos juntos?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Cadenas y sus métodos, listas, tuplas, diccionarios y conjuntos. Parcial 2.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clase17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clase21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Unidad 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¿Cómo hago un programa robusto que recuerde?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Excepciones, GitHub, archivos de texto, CSV, JSON y proyecto integrador en equipo.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clase24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clase27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Autoevaluación rápida: marcá cada fila con ✅ (lo puedo explicar y programar) o ⚠️ (lo tengo que repasar).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INTEGRADOR 1 · U2 + U3 + U4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Contar cuántas veces aparece cada palabra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8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función recibe un texto y devuelve un diccionario con cada palabra y la cantidad de veces que aparece.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3: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todo va en una función con parámetro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así se puede reutilizar con cualquier texto.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898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71544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4, cadenas: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normaliza ("Hola" y "hola" cuentan igual)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parte el texto en una lista de palabras.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722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53940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2: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recorre la lista.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4, diccionarios: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get(p, 0)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trae el conteo actual o 0 si la palabra es nueva.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336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15356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típico: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escribir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conteo[p] += 1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 primera vez la clave no existe y Python lanza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🗳️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contar votos en el aula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elegir delegado, alguien lee cada voto y en el pizarrón anota el nombre con un palito. Si el nombre no estaba, lo escribe con su primer palito. El diccionario es el pizarrón y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get(p, 0)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fijarse si el nombre ya estaba.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integrador1.py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935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160520"/>
            <a:ext cx="381426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(texto):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conteo = {}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texto.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conteo[p] = conteo.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conteo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 hola mundo"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{'hola': 2, 'mundo': 1}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INTEGRADOR 2 · U2 + U3 + U4 + U5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Convertir textos en notas sin que el programa se caiga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9 / 17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463040"/>
            <a:ext cx="6400800" cy="47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Consigna: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recibir una lista de textos (como los que llegan de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de un CSV) y devolver sólo las notas válidas como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Unidades 3 y 4: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función recibe una lista y arma otra nueva con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2: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procesa cada texto.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5: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 ValueError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atrapa los textos que no son números ("siete", vacío), avisa y </a:t>
            </a:r>
            <a:pPr algn="l"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sigue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el próximo.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típico: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poner el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afuera del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primer dato inválido corta el ciclo entero y se pierden los que venían después.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360920" y="1463040"/>
            <a:ext cx="4282135" cy="3035808"/>
          </a:xfrm>
          <a:prstGeom prst="roundRect">
            <a:avLst>
              <a:gd name="adj" fmla="val 3012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54380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7"/>
          <p:cNvSpPr/>
          <p:nvPr/>
        </p:nvSpPr>
        <p:spPr>
          <a:xfrm>
            <a:off x="772668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8"/>
          <p:cNvSpPr/>
          <p:nvPr/>
        </p:nvSpPr>
        <p:spPr>
          <a:xfrm>
            <a:off x="790956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38160" y="1517904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integrador2.py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470648" y="1920240"/>
            <a:ext cx="2049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821930" y="1920240"/>
            <a:ext cx="3757117" cy="246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a_notas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(textos):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notas = []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textos: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notas.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f"Descarto: {t!r}"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notas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a_notas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"siete"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"9.5"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360920" y="4681728"/>
            <a:ext cx="428213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543800" y="4773168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7543800" y="5065776"/>
            <a:ext cx="396209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Descarto: 'siete'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Descarto: ''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[8.0, 9.5]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INTEGRADOR 3 · U4 + U5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un diccionario en JSON y volver a leerlo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10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datos en memoria se pierden al cerrar el programa; en un archivo JSON sobreviven y se leen con la misma estructura.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4: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stock es un diccionario: producto → cantidad. Es la estructura natural para buscar por nombre.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5: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open(..., "w", encoding="utf-8")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abre para escribir y cierra solo;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convierte el dict en texto JSON.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otra vez un diccionario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así que se accede por clave: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["yerba"]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típico: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olvidar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archivo se abre sólo para leer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falla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UnsupportedOperation: not writable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🥡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táper con etiqueta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comida que sobra no la dejás en la mesa: la guardás en un táper con etiqueta y mañana la sacás igual que estaba.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guardar en el táper,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sacarlo, y la etiqueta es el nombre del archivo.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1716024"/>
          </a:xfrm>
          <a:prstGeom prst="roundRect">
            <a:avLst>
              <a:gd name="adj" fmla="val 532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integrador3.py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197358" cy="114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7768590" y="4099560"/>
            <a:ext cx="3810457" cy="114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"stock.json"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(ARCH,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"mate"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"yerba"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f)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(ARCH, encoding=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(json.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"yerba"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seguir: qué viene y cómo se conecta con lo que ya sabés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11 / 17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7166"/>
                <a:gridCol w="4584469"/>
                <a:gridCol w="44927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Cuándo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aprender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se conecta con 1er año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Este verano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rato de práctica por semana y un proyecto chico propio.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Programar es una habilidad, como un deporte: si no se entrena, se pierde.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2do año · POO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Programación orientada a objetos: clases, objetos, herencia, encapsulamiento.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Ya usaste objetos: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"hola".upper()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lista.append()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son métodos.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2do año · datos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Bases de datos relacionales y SQL.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Reemplazan al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.json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del TP cuando hay muchos datos y muchos usuarios.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2do año · web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Interfaces web y APIs (por ejemplo con Flask o FastAPI).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Tus funciones de lógica separadas se reutilizan: sólo cambia la interfaz.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Siempre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Git, leer código ajeno, escribir código limpio y probarlo.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Nadie programa solo: ramas, commits claros y PRs son el día a día.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 portfolio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Proyectos personales en GitHub, cada uno con su README.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 lo primero que mira quien te entrevista para una pasantía o trabajo.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Ideas de proyectos personales para no perder ritmo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12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💸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gastos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591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Cargar gastos por categoría, ver el total del mes y guardar en JSON. Usa diccionarios, funciones y archivos.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338218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566818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🎲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206898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Adiviná el número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3591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 al azar con el módulo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intentos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récord guardado en un archivo.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356397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8996477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Analizador de texto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8356397" y="23591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10 palabras más usadas de un libro 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diccionario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48640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77240" y="42062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1417320" y="41788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de turnos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48737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Turnos por día, validación de horarios con excepciones y búsqueda por nombre del cliente.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4338218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566818" y="42062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5206898" y="41788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desafío por día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4566818" y="48737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Ejercicios cortos de lógica en plataformas de práctica. Mejor 20 minutos diarios que 5 horas un domingo.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8127797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356397" y="42062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8996477" y="41788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código ajeno</a:t>
            </a:r>
            <a:endParaRPr lang="en-US" sz="1550" dirty="0"/>
          </a:p>
        </p:txBody>
      </p:sp>
      <p:sp>
        <p:nvSpPr>
          <p:cNvPr id="31" name="Text 27"/>
          <p:cNvSpPr txBox="1"/>
          <p:nvPr/>
        </p:nvSpPr>
        <p:spPr>
          <a:xfrm>
            <a:off x="8356397" y="48737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Abrí un proyecto de Python en GitHub, elegí una función y explicala con las 4 preguntas del coloquio.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13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pasa si no me presento al recuperatorio?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Quedás en la condición que tenías antes. No hay otra fecha dentro de la cursada, así que conviene presentarse aunque no te sientas del todo listo.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¿Hacia dónde puedo seguir después de esta materia?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abre varios caminos: </a:t>
            </a:r>
            <a:pPr algn="l" indent="0" marL="0">
              <a:buNone/>
            </a:pP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ciencia de datos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(Pandas, NumPy), </a:t>
            </a:r>
            <a:pPr algn="l" indent="0" marL="0">
              <a:buNone/>
            </a:pP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(FastAPI, Django y bases de datos SQL) y </a:t>
            </a:r>
            <a:pPr algn="l" indent="0" marL="0">
              <a:buNone/>
            </a:pP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tareas repetitivas.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valoran tanto Git y el código limpio?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Porque en la industria se programa en equipo. Saber usar ramas, escribir commits claros y código que otro entienda vale más que conocer cinco lenguajes a medias.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mantengo lo aprendido si no programo en el verano?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mantiene: se consolida programando. Elegí un proyecto chico, subilo a GitHub y trabajalo un rato por semana. Repasar los códigos de la cátedra también ayuda.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14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Completar la autoevaluación del mapa de la materia con ✅ y ⚠️.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Rehacer el integrador 1 sin mirar y probarlo con un texto propio.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Descargar y guardar tu repositorio del TP y los códigos de la cátedra.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sólo las 3 palabras más usadas del integrador 1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al integrador 3 una función que sume stock a un producto y guarde.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a_notas()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integrador 2 para leer notas desde un archivo de texto.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Armar tu plan de verano: 3 proyectos chicos con fecha estimada.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uno de los proyectos sugeridos y subirlo a GitHub con README.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una función de un proyecto ajeno y explicarla con las 4 preguntas.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los códigos de la cátedra siguen disponibles en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son tu apunte para el recuperatorio y para 2do año.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IA en lo que sigue de tu carrera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15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tutor: pedirle que te explique un concepto de otra forma cuando no lo entendés.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ejercicios de práctica graduados sobre un tema y resolverlos solo.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revise tu código y te explique alternativas, para aprender de ellas.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Dejar que piense la lógica por vos: tu valor como desarrollador es razonar el problema.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 código sin entenderlo: la IA también se equivoca y "alucina" funciones.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los fundamentos: las herramientas cambian rápido, las bases quedan.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“Terminé 1er año de programación en Python (variables, condicionales, ciclos, funciones, listas, diccionarios, excepciones y JSON). Proponeme 5 ejercicios de práctica de dificultad creciente que combinen esos temas, sin darme las soluciones.”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REFLEXIÓN FINAL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te llevás, más allá de Python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16 / 17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463040"/>
            <a:ext cx="6400800" cy="402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Pensamiento computacional: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partir un problema grande en pasos chicos, ordenados y verificables. Sirve en cualquier lenguaje que aprendas después.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Tolerancia al error: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 traceback no es un fracaso, es información. Aprendiste a leerlo, buscar la causa y volver a probar.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Trabajo en equipo: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ramas, commits claros y revisión de código. Así se trabaja en cualquier empresa de software.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lo que hacés: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lo podés explicar con tus palabras, lo entendiste. Esa es la habilidad que evaluó el coloquio.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360920" y="1463040"/>
            <a:ext cx="4282135" cy="4023360"/>
          </a:xfrm>
          <a:prstGeom prst="roundRect">
            <a:avLst>
              <a:gd name="adj" fmla="val 2727"/>
            </a:avLst>
          </a:prstGeom>
          <a:solidFill>
            <a:srgbClr val="0B122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635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🐍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2377440"/>
            <a:ext cx="3733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primer print al TP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3108960"/>
            <a:ext cx="37334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primera clase escribiste una línea que mostraba un saludo. Hoy tenés un programa con menú, funciones, validaciones, archivos y un repositorio en equipo. Ese camino lo hiciste vos.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herramientas cambian rápido; los fundamentos que viste acá (datos, decisiones, repetición, funciones) te acompañan toda la carrera.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recuperatorio se prepara con diagnóstico, repaso, práctica sola y simulacro.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5 unidades se encadenan: datos, control, funciones, estructuras y archivos.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problemas reales combinan varias unidades a la vez.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Programar se mantiene programando: un proyecto chico por vez.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más vale: pensar el problema y poder explicar tu código.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Completar la autoevaluación del mapa y armar un plan de verano con 3 proyectos chicos para subir a GitHub.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repaso completo del libro.</a:t>
            </a:r>
            <a:endParaRPr lang="en-US" sz="12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Git (git-scm.com/book/es): caps. 2 y 3.</a:t>
            </a:r>
            <a:endParaRPr lang="en-US" sz="12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 de la cátedra: clase02 a clase27.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 DE LA CURSADA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¡Gracias por el recorrido! Nos vemos en 2do año.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20  ·  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20 - Recuperatorios y cierre de la cursada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